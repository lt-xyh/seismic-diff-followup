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63" y="1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41ACC5-BAF0-86F3-C1E2-534822431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8BBBA0-89B2-75E9-847E-44774035F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F93A74-00A3-7526-6AE3-B065C2543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40FA-967B-455A-A767-95154DE390E3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E62721-C9BF-EEB9-9B72-D02DD7006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E91EC0-B1FF-3731-A0CD-B476F44C4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1B7B-A689-41AA-8C5F-599C98DDAC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57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707C44-9604-EAE8-B326-B9EA058D6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AE6CF4-3CD9-3E6C-578B-9BED1EE5F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6299CC-BCD1-29F0-49B6-B9852E361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40FA-967B-455A-A767-95154DE390E3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01D36E-AEF9-B1EE-81B5-9308313F6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BDAE8-B623-FA80-CACE-585C78BE9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1B7B-A689-41AA-8C5F-599C98DDAC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879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AD45C9-AF03-270D-B34B-D73EABF8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2825B9-D11A-FDD7-7E78-9368E28D2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D5FA86-5C35-36D7-7725-09B0E97B7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40FA-967B-455A-A767-95154DE390E3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78DEC2-DB37-CE93-9C1E-14BEC7720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36787-3813-FA08-428C-1683FFBC0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1B7B-A689-41AA-8C5F-599C98DDAC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005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02932B-96D0-B20D-1FB2-70D0502D1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FB99CF-9197-E7DA-FAE7-BED1BADD76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C031B2-6FF3-5D35-2DA3-A94A6546A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032AC5-180E-3144-21F4-668C5FF77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40FA-967B-455A-A767-95154DE390E3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5B1BF1-1BE1-153A-C97D-61B32D40C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F0C586-70E2-F595-507D-6BBD667C3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1B7B-A689-41AA-8C5F-599C98DDAC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093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5EDEDD-9EC5-0669-1322-6D9689CAE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6B4DB4-DF1F-C11B-DB86-E24FF1A2D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7ACC40-D15C-D3DF-A92D-5566B951D7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2F14A68-F343-22AB-DA07-8816208C4D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5D1AE5C-EC42-A024-6C14-FA2D1CC89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136AC37-FE71-7B40-31A5-A2851E0E2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40FA-967B-455A-A767-95154DE390E3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B567396-74F4-81F4-BFBA-CFCC263D3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58A3034-8988-85AF-9905-0F32C843D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1B7B-A689-41AA-8C5F-599C98DDAC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090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8A6AA8-FCA3-29DE-CBB6-B99FD5090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F5B2FBB-2A70-FA5C-0A47-8662B2F79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40FA-967B-455A-A767-95154DE390E3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7FF838E-5ABB-1BF2-AE93-6D10968B1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22FA75-ECBA-507B-E491-3B85F9938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1B7B-A689-41AA-8C5F-599C98DDAC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002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F12129-EE45-899C-507A-60B383750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40FA-967B-455A-A767-95154DE390E3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F3AEE6B-FE5F-3260-54B3-776E3DEB6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C3E9BD-7DAB-0DBA-74B9-62CDBA4C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1B7B-A689-41AA-8C5F-599C98DDAC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31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05B2D-D17E-DD26-1C2B-B9F3EEA2E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864127-6A9D-8A56-A0AA-7E53C1E42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296D4C-4A57-E5FD-0B94-F4BE1DCD5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061FE4-F4CD-6E2B-CF67-4F00AD875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40FA-967B-455A-A767-95154DE390E3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F66EA5-8302-D411-B1BF-7AC35073E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3AECE6-6245-80B6-E73A-1BAA7FDC4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1B7B-A689-41AA-8C5F-599C98DDAC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79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A3DF3A-8F17-DDB3-119E-2325F35AC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0303483-74E9-F85D-07B3-83133A2FD4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B16C35-4FC8-0FD6-73F7-79E846DAF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7DAC3E-9F68-8E12-C8F7-7B5CAC5F3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40FA-967B-455A-A767-95154DE390E3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F08625-0C64-4405-277A-3E439BF4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1B09BF-A2F1-ABEF-BA5E-6F7A607DF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1B7B-A689-41AA-8C5F-599C98DDAC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216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5D5E9-AF95-7993-0031-CEF603101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651163-A72D-803B-32FC-C262BB3F7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40A47A-824E-E36F-1F23-AAF3AC39F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40FA-967B-455A-A767-95154DE390E3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41F8F1-5728-FAA6-8032-C214F1869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E3A4A6-C577-D43A-9720-FF2E84C96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1B7B-A689-41AA-8C5F-599C98DDAC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80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429CF07-C54A-111C-A41D-EC0719395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C8AC05-D77C-DF96-CB68-53C788CAC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455BCD-10F3-4B75-4061-A34284B91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40FA-967B-455A-A767-95154DE390E3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DF1C43-09D3-3EC1-63DF-59819B127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C6284A-F139-E65F-A8CF-FB6E8763E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1B7B-A689-41AA-8C5F-599C98DDAC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081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72F2285-B325-60E2-66D5-258E80206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4FC9E1-3CAD-1450-A752-F262318BA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EC2229-D871-9EB4-4D66-881E8547AC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F640FA-967B-455A-A767-95154DE390E3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AF3B9E-2969-921E-9DEE-418FE0DFF5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4180B6-42DA-6F50-6684-A287EADE0F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451B7B-A689-41AA-8C5F-599C98DDAC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69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图片 61" descr="形状&#10;&#10;AI 生成的内容可能不正确。">
            <a:extLst>
              <a:ext uri="{FF2B5EF4-FFF2-40B4-BE49-F238E27FC236}">
                <a16:creationId xmlns:a16="http://schemas.microsoft.com/office/drawing/2014/main" id="{A60767A0-23D9-A1C7-A2AE-215FF4938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397" y="2057397"/>
            <a:ext cx="1080000" cy="1080000"/>
          </a:xfrm>
          <a:prstGeom prst="rect">
            <a:avLst/>
          </a:prstGeom>
        </p:spPr>
      </p:pic>
      <p:pic>
        <p:nvPicPr>
          <p:cNvPr id="1024" name="图片 1023" descr="图片包含 背景图案&#10;&#10;AI 生成的内容可能不正确。">
            <a:extLst>
              <a:ext uri="{FF2B5EF4-FFF2-40B4-BE49-F238E27FC236}">
                <a16:creationId xmlns:a16="http://schemas.microsoft.com/office/drawing/2014/main" id="{AA41838D-65F0-0F2F-D0F3-CD5A0B1E12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397" y="2057397"/>
            <a:ext cx="1080000" cy="1080000"/>
          </a:xfrm>
          <a:prstGeom prst="rect">
            <a:avLst/>
          </a:prstGeom>
        </p:spPr>
      </p:pic>
      <p:pic>
        <p:nvPicPr>
          <p:cNvPr id="1026" name="图片 1025" descr="图示&#10;&#10;AI 生成的内容可能不正确。">
            <a:extLst>
              <a:ext uri="{FF2B5EF4-FFF2-40B4-BE49-F238E27FC236}">
                <a16:creationId xmlns:a16="http://schemas.microsoft.com/office/drawing/2014/main" id="{158B111F-3A0E-145F-191D-D08965DDAA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397" y="2057397"/>
            <a:ext cx="1080000" cy="1080000"/>
          </a:xfrm>
          <a:prstGeom prst="rect">
            <a:avLst/>
          </a:prstGeom>
        </p:spPr>
      </p:pic>
      <p:pic>
        <p:nvPicPr>
          <p:cNvPr id="1028" name="图片 1027" descr="蓝色的天空&#10;&#10;AI 生成的内容可能不正确。">
            <a:extLst>
              <a:ext uri="{FF2B5EF4-FFF2-40B4-BE49-F238E27FC236}">
                <a16:creationId xmlns:a16="http://schemas.microsoft.com/office/drawing/2014/main" id="{A211E35D-2C17-C899-88B8-D48AE60878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556" y="2514556"/>
            <a:ext cx="1080000" cy="1080000"/>
          </a:xfrm>
          <a:prstGeom prst="rect">
            <a:avLst/>
          </a:prstGeom>
        </p:spPr>
      </p:pic>
      <p:pic>
        <p:nvPicPr>
          <p:cNvPr id="1030" name="图片 1029" descr="背景图案&#10;&#10;AI 生成的内容可能不正确。">
            <a:extLst>
              <a:ext uri="{FF2B5EF4-FFF2-40B4-BE49-F238E27FC236}">
                <a16:creationId xmlns:a16="http://schemas.microsoft.com/office/drawing/2014/main" id="{FCE892D6-A042-E615-2A0E-6A1A84BD7C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556" y="2514556"/>
            <a:ext cx="1080000" cy="1080000"/>
          </a:xfrm>
          <a:prstGeom prst="rect">
            <a:avLst/>
          </a:prstGeom>
        </p:spPr>
      </p:pic>
      <p:pic>
        <p:nvPicPr>
          <p:cNvPr id="1033" name="图片 1032" descr="图片包含 盘子, 平底锅, 站, 街道&#10;&#10;AI 生成的内容可能不正确。">
            <a:extLst>
              <a:ext uri="{FF2B5EF4-FFF2-40B4-BE49-F238E27FC236}">
                <a16:creationId xmlns:a16="http://schemas.microsoft.com/office/drawing/2014/main" id="{6D3352BD-ECF1-607A-E218-EF4A2CC008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397" y="2057397"/>
            <a:ext cx="1080000" cy="1080000"/>
          </a:xfrm>
          <a:prstGeom prst="rect">
            <a:avLst/>
          </a:prstGeom>
        </p:spPr>
      </p:pic>
      <p:pic>
        <p:nvPicPr>
          <p:cNvPr id="1036" name="图片 1035" descr="卡通人物&#10;&#10;AI 生成的内容可能不正确。">
            <a:extLst>
              <a:ext uri="{FF2B5EF4-FFF2-40B4-BE49-F238E27FC236}">
                <a16:creationId xmlns:a16="http://schemas.microsoft.com/office/drawing/2014/main" id="{1DFFEDFD-2B48-A49B-E194-CA58066F03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397" y="2057397"/>
            <a:ext cx="1080000" cy="1080000"/>
          </a:xfrm>
          <a:prstGeom prst="rect">
            <a:avLst/>
          </a:prstGeom>
        </p:spPr>
      </p:pic>
      <p:pic>
        <p:nvPicPr>
          <p:cNvPr id="1039" name="图片 1038" descr="图片包含 图示&#10;&#10;AI 生成的内容可能不正确。">
            <a:extLst>
              <a:ext uri="{FF2B5EF4-FFF2-40B4-BE49-F238E27FC236}">
                <a16:creationId xmlns:a16="http://schemas.microsoft.com/office/drawing/2014/main" id="{B8EB7D65-5A78-566E-4C7A-E4C33C9487F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397" y="2057397"/>
            <a:ext cx="1080000" cy="1080000"/>
          </a:xfrm>
          <a:prstGeom prst="rect">
            <a:avLst/>
          </a:prstGeom>
        </p:spPr>
      </p:pic>
      <p:pic>
        <p:nvPicPr>
          <p:cNvPr id="1041" name="图片 1040" descr="图表, 漏斗图&#10;&#10;AI 生成的内容可能不正确。">
            <a:extLst>
              <a:ext uri="{FF2B5EF4-FFF2-40B4-BE49-F238E27FC236}">
                <a16:creationId xmlns:a16="http://schemas.microsoft.com/office/drawing/2014/main" id="{0C27E707-F066-C5BE-E002-5A3DA2FE27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397" y="2057397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346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小娌 甄</dc:creator>
  <cp:lastModifiedBy>小娌 甄</cp:lastModifiedBy>
  <cp:revision>3</cp:revision>
  <dcterms:created xsi:type="dcterms:W3CDTF">2026-07-16T08:31:36Z</dcterms:created>
  <dcterms:modified xsi:type="dcterms:W3CDTF">2026-07-16T08:34:52Z</dcterms:modified>
</cp:coreProperties>
</file>