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96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4B35"/>
    <a:srgbClr val="E6A700"/>
    <a:srgbClr val="8E63B6"/>
    <a:srgbClr val="4DBBD5"/>
    <a:srgbClr val="7B828D"/>
    <a:srgbClr val="246BCE"/>
    <a:srgbClr val="2A9D6F"/>
    <a:srgbClr val="EAF2FC"/>
    <a:srgbClr val="EAF6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50" d="100"/>
          <a:sy n="150" d="100"/>
        </p:scale>
        <p:origin x="654" y="-3654"/>
      </p:cViewPr>
      <p:guideLst>
        <p:guide orient="horz" pos="496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58956B-2327-4D03-8092-34881FA8A598}" type="datetimeFigureOut">
              <a:rPr lang="zh-CN" altLang="en-US" smtClean="0"/>
              <a:t>2026/7/18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687513" y="1143000"/>
            <a:ext cx="34829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582786-1704-4A81-96C0-22352E59B5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2464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687513" y="1143000"/>
            <a:ext cx="34829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582786-1704-4A81-96C0-22352E59B5F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8309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893074"/>
            <a:ext cx="7772400" cy="337629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8925665"/>
            <a:ext cx="6400800" cy="40253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0121589"/>
            <a:ext cx="7772400" cy="3128358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6676021"/>
            <a:ext cx="7772400" cy="344556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3675275"/>
            <a:ext cx="4038600" cy="103950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3675275"/>
            <a:ext cx="4038600" cy="103950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525785"/>
            <a:ext cx="4040188" cy="146937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4995164"/>
            <a:ext cx="4040188" cy="907515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3525785"/>
            <a:ext cx="4041775" cy="146937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4995164"/>
            <a:ext cx="4041775" cy="907515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27130"/>
            <a:ext cx="3008313" cy="266894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627131"/>
            <a:ext cx="5111750" cy="1344319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3296080"/>
            <a:ext cx="3008313" cy="1077424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11025821"/>
            <a:ext cx="5486400" cy="130166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407397"/>
            <a:ext cx="5486400" cy="94507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12327482"/>
            <a:ext cx="5486400" cy="184857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30778"/>
            <a:ext cx="2057400" cy="134395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30778"/>
            <a:ext cx="6019800" cy="134395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30777"/>
            <a:ext cx="8229600" cy="2625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675275"/>
            <a:ext cx="8229600" cy="103950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4599006"/>
            <a:ext cx="2133600" cy="8386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14599006"/>
            <a:ext cx="2895600" cy="8386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14599006"/>
            <a:ext cx="2133600" cy="8386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1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60D5EF12-03E6-4B20-3AFF-59F987DEED20}"/>
              </a:ext>
            </a:extLst>
          </p:cNvPr>
          <p:cNvGrpSpPr/>
          <p:nvPr/>
        </p:nvGrpSpPr>
        <p:grpSpPr>
          <a:xfrm>
            <a:off x="246129" y="-5323968"/>
            <a:ext cx="3603900" cy="3966936"/>
            <a:chOff x="246129" y="291715"/>
            <a:chExt cx="3603900" cy="3966936"/>
          </a:xfrm>
        </p:grpSpPr>
        <p:sp>
          <p:nvSpPr>
            <p:cNvPr id="2" name="Panel_A_Title"/>
            <p:cNvSpPr txBox="1"/>
            <p:nvPr/>
          </p:nvSpPr>
          <p:spPr>
            <a:xfrm>
              <a:off x="329184" y="291715"/>
              <a:ext cx="2170466" cy="184666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200">
                  <a:solidFill>
                    <a:srgbClr val="252525"/>
                  </a:solidFill>
                  <a:latin typeface="Times New Roman"/>
                </a:rPr>
                <a:t>(a) Modality-component alignment</a:t>
              </a:r>
            </a:p>
          </p:txBody>
        </p:sp>
        <p:sp>
          <p:nvSpPr>
            <p:cNvPr id="3" name="Alignment_RowLabel_migrated_image"/>
            <p:cNvSpPr txBox="1"/>
            <p:nvPr/>
          </p:nvSpPr>
          <p:spPr>
            <a:xfrm>
              <a:off x="616423" y="1271994"/>
              <a:ext cx="325409" cy="126060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819">
                  <a:solidFill>
                    <a:srgbClr val="252525"/>
                  </a:solidFill>
                  <a:latin typeface="Times New Roman"/>
                </a:rPr>
                <a:t>PoSTM</a:t>
              </a:r>
            </a:p>
          </p:txBody>
        </p:sp>
        <p:sp>
          <p:nvSpPr>
            <p:cNvPr id="4" name="Alignment_Cell_0_0"/>
            <p:cNvSpPr/>
            <p:nvPr/>
          </p:nvSpPr>
          <p:spPr>
            <a:xfrm>
              <a:off x="1005840" y="950976"/>
              <a:ext cx="1165860" cy="768096"/>
            </a:xfrm>
            <a:prstGeom prst="rect">
              <a:avLst/>
            </a:prstGeom>
            <a:solidFill>
              <a:srgbClr val="51586D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Alignment_Value_0_0"/>
            <p:cNvSpPr txBox="1"/>
            <p:nvPr/>
          </p:nvSpPr>
          <p:spPr>
            <a:xfrm>
              <a:off x="1487781" y="1265774"/>
              <a:ext cx="201978" cy="138499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900">
                  <a:solidFill>
                    <a:srgbClr val="FFFFFF"/>
                  </a:solidFill>
                  <a:latin typeface="Times New Roman"/>
                </a:rPr>
                <a:t>0.31</a:t>
              </a:r>
            </a:p>
          </p:txBody>
        </p:sp>
        <p:sp>
          <p:nvSpPr>
            <p:cNvPr id="6" name="Alignment_Cell_0_1"/>
            <p:cNvSpPr/>
            <p:nvPr/>
          </p:nvSpPr>
          <p:spPr>
            <a:xfrm>
              <a:off x="2171700" y="950976"/>
              <a:ext cx="1165860" cy="768096"/>
            </a:xfrm>
            <a:prstGeom prst="rect">
              <a:avLst/>
            </a:prstGeom>
            <a:solidFill>
              <a:srgbClr val="4F576C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Alignment_Value_0_1"/>
            <p:cNvSpPr txBox="1"/>
            <p:nvPr/>
          </p:nvSpPr>
          <p:spPr>
            <a:xfrm>
              <a:off x="2653641" y="1265774"/>
              <a:ext cx="201978" cy="138499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900">
                  <a:solidFill>
                    <a:srgbClr val="FFFFFF"/>
                  </a:solidFill>
                  <a:latin typeface="Times New Roman"/>
                </a:rPr>
                <a:t>0.30</a:t>
              </a:r>
            </a:p>
          </p:txBody>
        </p:sp>
        <p:sp>
          <p:nvSpPr>
            <p:cNvPr id="8" name="Alignment_RowLabel_horizon"/>
            <p:cNvSpPr txBox="1"/>
            <p:nvPr/>
          </p:nvSpPr>
          <p:spPr>
            <a:xfrm>
              <a:off x="597187" y="2040090"/>
              <a:ext cx="344645" cy="126060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819">
                  <a:solidFill>
                    <a:srgbClr val="252525"/>
                  </a:solidFill>
                  <a:latin typeface="Times New Roman"/>
                </a:rPr>
                <a:t>Horizon</a:t>
              </a:r>
            </a:p>
          </p:txBody>
        </p:sp>
        <p:sp>
          <p:nvSpPr>
            <p:cNvPr id="9" name="Alignment_Cell_1_0"/>
            <p:cNvSpPr/>
            <p:nvPr/>
          </p:nvSpPr>
          <p:spPr>
            <a:xfrm>
              <a:off x="1005840" y="1719072"/>
              <a:ext cx="1165860" cy="768096"/>
            </a:xfrm>
            <a:prstGeom prst="rect">
              <a:avLst/>
            </a:prstGeom>
            <a:solidFill>
              <a:srgbClr val="243C6E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Alignment_Value_1_0"/>
            <p:cNvSpPr txBox="1"/>
            <p:nvPr/>
          </p:nvSpPr>
          <p:spPr>
            <a:xfrm>
              <a:off x="1487781" y="2033870"/>
              <a:ext cx="201978" cy="138499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900">
                  <a:solidFill>
                    <a:srgbClr val="FFFFFF"/>
                  </a:solidFill>
                  <a:latin typeface="Times New Roman"/>
                </a:rPr>
                <a:t>0.15</a:t>
              </a:r>
            </a:p>
          </p:txBody>
        </p:sp>
        <p:sp>
          <p:nvSpPr>
            <p:cNvPr id="11" name="Alignment_Cell_1_1"/>
            <p:cNvSpPr/>
            <p:nvPr/>
          </p:nvSpPr>
          <p:spPr>
            <a:xfrm>
              <a:off x="2171700" y="1719072"/>
              <a:ext cx="1165860" cy="768096"/>
            </a:xfrm>
            <a:prstGeom prst="rect">
              <a:avLst/>
            </a:prstGeom>
            <a:solidFill>
              <a:srgbClr val="5F636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Alignment_Value_1_1"/>
            <p:cNvSpPr txBox="1"/>
            <p:nvPr/>
          </p:nvSpPr>
          <p:spPr>
            <a:xfrm>
              <a:off x="2653641" y="2033870"/>
              <a:ext cx="201978" cy="138499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900">
                  <a:solidFill>
                    <a:srgbClr val="FFFFFF"/>
                  </a:solidFill>
                  <a:latin typeface="Times New Roman"/>
                </a:rPr>
                <a:t>0.37</a:t>
              </a:r>
            </a:p>
          </p:txBody>
        </p:sp>
        <p:sp>
          <p:nvSpPr>
            <p:cNvPr id="13" name="Alignment_RowLabel_rms_vel"/>
            <p:cNvSpPr txBox="1"/>
            <p:nvPr/>
          </p:nvSpPr>
          <p:spPr>
            <a:xfrm>
              <a:off x="356736" y="2808186"/>
              <a:ext cx="585096" cy="126060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819">
                  <a:solidFill>
                    <a:srgbClr val="252525"/>
                  </a:solidFill>
                  <a:latin typeface="Times New Roman"/>
                </a:rPr>
                <a:t>RMS velocity</a:t>
              </a:r>
            </a:p>
          </p:txBody>
        </p:sp>
        <p:sp>
          <p:nvSpPr>
            <p:cNvPr id="14" name="Alignment_Cell_2_0"/>
            <p:cNvSpPr/>
            <p:nvPr/>
          </p:nvSpPr>
          <p:spPr>
            <a:xfrm>
              <a:off x="1005840" y="2487168"/>
              <a:ext cx="1165860" cy="768096"/>
            </a:xfrm>
            <a:prstGeom prst="rect">
              <a:avLst/>
            </a:prstGeom>
            <a:solidFill>
              <a:srgbClr val="CEBC63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Alignment_Value_2_0"/>
            <p:cNvSpPr txBox="1"/>
            <p:nvPr/>
          </p:nvSpPr>
          <p:spPr>
            <a:xfrm>
              <a:off x="1487781" y="2801966"/>
              <a:ext cx="201978" cy="138499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900">
                  <a:solidFill>
                    <a:srgbClr val="252525"/>
                  </a:solidFill>
                  <a:latin typeface="Times New Roman"/>
                </a:rPr>
                <a:t>0.82</a:t>
              </a:r>
            </a:p>
          </p:txBody>
        </p:sp>
        <p:sp>
          <p:nvSpPr>
            <p:cNvPr id="16" name="Alignment_Cell_2_1"/>
            <p:cNvSpPr/>
            <p:nvPr/>
          </p:nvSpPr>
          <p:spPr>
            <a:xfrm>
              <a:off x="2171700" y="2487168"/>
              <a:ext cx="1165860" cy="768096"/>
            </a:xfrm>
            <a:prstGeom prst="rect">
              <a:avLst/>
            </a:prstGeom>
            <a:solidFill>
              <a:srgbClr val="7B7A78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Alignment_Value_2_1"/>
            <p:cNvSpPr txBox="1"/>
            <p:nvPr/>
          </p:nvSpPr>
          <p:spPr>
            <a:xfrm>
              <a:off x="2653641" y="2801966"/>
              <a:ext cx="201978" cy="138499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900">
                  <a:solidFill>
                    <a:srgbClr val="FFFFFF"/>
                  </a:solidFill>
                  <a:latin typeface="Times New Roman"/>
                </a:rPr>
                <a:t>0.50</a:t>
              </a:r>
            </a:p>
          </p:txBody>
        </p:sp>
        <p:sp>
          <p:nvSpPr>
            <p:cNvPr id="18" name="Alignment_RowLabel_well_log_mask"/>
            <p:cNvSpPr txBox="1"/>
            <p:nvPr/>
          </p:nvSpPr>
          <p:spPr>
            <a:xfrm>
              <a:off x="246129" y="3576282"/>
              <a:ext cx="695703" cy="126060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819">
                  <a:solidFill>
                    <a:srgbClr val="252525"/>
                  </a:solidFill>
                  <a:latin typeface="Times New Roman"/>
                </a:rPr>
                <a:t>Well log + mask</a:t>
              </a:r>
            </a:p>
          </p:txBody>
        </p:sp>
        <p:sp>
          <p:nvSpPr>
            <p:cNvPr id="19" name="Alignment_Cell_3_0"/>
            <p:cNvSpPr/>
            <p:nvPr/>
          </p:nvSpPr>
          <p:spPr>
            <a:xfrm>
              <a:off x="1005840" y="3255264"/>
              <a:ext cx="1165860" cy="768096"/>
            </a:xfrm>
            <a:prstGeom prst="rect">
              <a:avLst/>
            </a:prstGeom>
            <a:solidFill>
              <a:srgbClr val="002A5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Alignment_Value_3_0"/>
            <p:cNvSpPr txBox="1"/>
            <p:nvPr/>
          </p:nvSpPr>
          <p:spPr>
            <a:xfrm>
              <a:off x="1487781" y="3570062"/>
              <a:ext cx="201978" cy="138499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900">
                  <a:solidFill>
                    <a:srgbClr val="FFFFFF"/>
                  </a:solidFill>
                  <a:latin typeface="Times New Roman"/>
                </a:rPr>
                <a:t>0.04</a:t>
              </a:r>
            </a:p>
          </p:txBody>
        </p:sp>
        <p:sp>
          <p:nvSpPr>
            <p:cNvPr id="21" name="Alignment_Cell_3_1"/>
            <p:cNvSpPr/>
            <p:nvPr/>
          </p:nvSpPr>
          <p:spPr>
            <a:xfrm>
              <a:off x="2171700" y="3255264"/>
              <a:ext cx="1165860" cy="768096"/>
            </a:xfrm>
            <a:prstGeom prst="rect">
              <a:avLst/>
            </a:prstGeom>
            <a:solidFill>
              <a:srgbClr val="053371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Alignment_Value_3_1"/>
            <p:cNvSpPr txBox="1"/>
            <p:nvPr/>
          </p:nvSpPr>
          <p:spPr>
            <a:xfrm>
              <a:off x="2653641" y="3570062"/>
              <a:ext cx="201978" cy="138499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900">
                  <a:solidFill>
                    <a:srgbClr val="FFFFFF"/>
                  </a:solidFill>
                  <a:latin typeface="Times New Roman"/>
                </a:rPr>
                <a:t>0.09</a:t>
              </a:r>
            </a:p>
          </p:txBody>
        </p:sp>
        <p:sp>
          <p:nvSpPr>
            <p:cNvPr id="23" name="Alignment_ColumnLabel_B"/>
            <p:cNvSpPr txBox="1"/>
            <p:nvPr/>
          </p:nvSpPr>
          <p:spPr>
            <a:xfrm>
              <a:off x="1291413" y="4135540"/>
              <a:ext cx="594714" cy="123111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800">
                  <a:solidFill>
                    <a:srgbClr val="252525"/>
                  </a:solidFill>
                  <a:latin typeface="Times New Roman"/>
                </a:rPr>
                <a:t>Background B</a:t>
              </a:r>
            </a:p>
          </p:txBody>
        </p:sp>
        <p:sp>
          <p:nvSpPr>
            <p:cNvPr id="24" name="Alignment_ColumnLabel_S"/>
            <p:cNvSpPr txBox="1"/>
            <p:nvPr/>
          </p:nvSpPr>
          <p:spPr>
            <a:xfrm>
              <a:off x="2525400" y="4135540"/>
              <a:ext cx="458459" cy="123111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800">
                  <a:solidFill>
                    <a:srgbClr val="252525"/>
                  </a:solidFill>
                  <a:latin typeface="Times New Roman"/>
                </a:rPr>
                <a:t>Structure S</a:t>
              </a:r>
            </a:p>
          </p:txBody>
        </p:sp>
        <p:sp>
          <p:nvSpPr>
            <p:cNvPr id="25" name="Alignment_Colorbar_00"/>
            <p:cNvSpPr/>
            <p:nvPr/>
          </p:nvSpPr>
          <p:spPr>
            <a:xfrm>
              <a:off x="3547872" y="950976"/>
              <a:ext cx="128016" cy="97840"/>
            </a:xfrm>
            <a:prstGeom prst="rect">
              <a:avLst/>
            </a:prstGeom>
            <a:solidFill>
              <a:srgbClr val="FEE838"/>
            </a:solidFill>
            <a:ln w="1270">
              <a:solidFill>
                <a:srgbClr val="FEE83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Alignment_Colorbar_01"/>
            <p:cNvSpPr/>
            <p:nvPr/>
          </p:nvSpPr>
          <p:spPr>
            <a:xfrm>
              <a:off x="3547872" y="1046988"/>
              <a:ext cx="128016" cy="97840"/>
            </a:xfrm>
            <a:prstGeom prst="rect">
              <a:avLst/>
            </a:prstGeom>
            <a:solidFill>
              <a:srgbClr val="F8DF3C"/>
            </a:solidFill>
            <a:ln w="1270">
              <a:solidFill>
                <a:srgbClr val="F8DF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Alignment_Colorbar_02"/>
            <p:cNvSpPr/>
            <p:nvPr/>
          </p:nvSpPr>
          <p:spPr>
            <a:xfrm>
              <a:off x="3547872" y="1143000"/>
              <a:ext cx="128016" cy="97840"/>
            </a:xfrm>
            <a:prstGeom prst="rect">
              <a:avLst/>
            </a:prstGeom>
            <a:solidFill>
              <a:srgbClr val="EFD748"/>
            </a:solidFill>
            <a:ln w="1270">
              <a:solidFill>
                <a:srgbClr val="EFD7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Alignment_Colorbar_03"/>
            <p:cNvSpPr/>
            <p:nvPr/>
          </p:nvSpPr>
          <p:spPr>
            <a:xfrm>
              <a:off x="3547872" y="1239012"/>
              <a:ext cx="128016" cy="97840"/>
            </a:xfrm>
            <a:prstGeom prst="rect">
              <a:avLst/>
            </a:prstGeom>
            <a:solidFill>
              <a:srgbClr val="E6D051"/>
            </a:solidFill>
            <a:ln w="1270">
              <a:solidFill>
                <a:srgbClr val="E6D05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Alignment_Colorbar_04"/>
            <p:cNvSpPr/>
            <p:nvPr/>
          </p:nvSpPr>
          <p:spPr>
            <a:xfrm>
              <a:off x="3547872" y="1335024"/>
              <a:ext cx="128016" cy="97840"/>
            </a:xfrm>
            <a:prstGeom prst="rect">
              <a:avLst/>
            </a:prstGeom>
            <a:solidFill>
              <a:srgbClr val="DCC859"/>
            </a:solidFill>
            <a:ln w="1270">
              <a:solidFill>
                <a:srgbClr val="DCC8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Alignment_Colorbar_05"/>
            <p:cNvSpPr/>
            <p:nvPr/>
          </p:nvSpPr>
          <p:spPr>
            <a:xfrm>
              <a:off x="3547872" y="1431036"/>
              <a:ext cx="128016" cy="97840"/>
            </a:xfrm>
            <a:prstGeom prst="rect">
              <a:avLst/>
            </a:prstGeom>
            <a:solidFill>
              <a:srgbClr val="D3C05F"/>
            </a:solidFill>
            <a:ln w="1270">
              <a:solidFill>
                <a:srgbClr val="D3C05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Alignment_Colorbar_06"/>
            <p:cNvSpPr/>
            <p:nvPr/>
          </p:nvSpPr>
          <p:spPr>
            <a:xfrm>
              <a:off x="3547872" y="1527048"/>
              <a:ext cx="128016" cy="97840"/>
            </a:xfrm>
            <a:prstGeom prst="rect">
              <a:avLst/>
            </a:prstGeom>
            <a:solidFill>
              <a:srgbClr val="CBB965"/>
            </a:solidFill>
            <a:ln w="1270">
              <a:solidFill>
                <a:srgbClr val="CBB96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Alignment_Colorbar_07"/>
            <p:cNvSpPr/>
            <p:nvPr/>
          </p:nvSpPr>
          <p:spPr>
            <a:xfrm>
              <a:off x="3547872" y="1623060"/>
              <a:ext cx="128016" cy="97840"/>
            </a:xfrm>
            <a:prstGeom prst="rect">
              <a:avLst/>
            </a:prstGeom>
            <a:solidFill>
              <a:srgbClr val="C2B369"/>
            </a:solidFill>
            <a:ln w="1270">
              <a:solidFill>
                <a:srgbClr val="C2B36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Alignment_Colorbar_08"/>
            <p:cNvSpPr/>
            <p:nvPr/>
          </p:nvSpPr>
          <p:spPr>
            <a:xfrm>
              <a:off x="3547872" y="1719072"/>
              <a:ext cx="128016" cy="97840"/>
            </a:xfrm>
            <a:prstGeom prst="rect">
              <a:avLst/>
            </a:prstGeom>
            <a:solidFill>
              <a:srgbClr val="B9AB6D"/>
            </a:solidFill>
            <a:ln w="1270">
              <a:solidFill>
                <a:srgbClr val="B9AB6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Alignment_Colorbar_09"/>
            <p:cNvSpPr/>
            <p:nvPr/>
          </p:nvSpPr>
          <p:spPr>
            <a:xfrm>
              <a:off x="3547872" y="1815084"/>
              <a:ext cx="128016" cy="97840"/>
            </a:xfrm>
            <a:prstGeom prst="rect">
              <a:avLst/>
            </a:prstGeom>
            <a:solidFill>
              <a:srgbClr val="B0A571"/>
            </a:solidFill>
            <a:ln w="1270">
              <a:solidFill>
                <a:srgbClr val="B0A5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Alignment_Colorbar_10"/>
            <p:cNvSpPr/>
            <p:nvPr/>
          </p:nvSpPr>
          <p:spPr>
            <a:xfrm>
              <a:off x="3547872" y="1911095"/>
              <a:ext cx="128016" cy="97840"/>
            </a:xfrm>
            <a:prstGeom prst="rect">
              <a:avLst/>
            </a:prstGeom>
            <a:solidFill>
              <a:srgbClr val="A89E73"/>
            </a:solidFill>
            <a:ln w="1270">
              <a:solidFill>
                <a:srgbClr val="A89E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Alignment_Colorbar_11"/>
            <p:cNvSpPr/>
            <p:nvPr/>
          </p:nvSpPr>
          <p:spPr>
            <a:xfrm>
              <a:off x="3547872" y="2007108"/>
              <a:ext cx="128016" cy="97840"/>
            </a:xfrm>
            <a:prstGeom prst="rect">
              <a:avLst/>
            </a:prstGeom>
            <a:solidFill>
              <a:srgbClr val="A09875"/>
            </a:solidFill>
            <a:ln w="1270">
              <a:solidFill>
                <a:srgbClr val="A0987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Alignment_Colorbar_12"/>
            <p:cNvSpPr/>
            <p:nvPr/>
          </p:nvSpPr>
          <p:spPr>
            <a:xfrm>
              <a:off x="3547872" y="2103120"/>
              <a:ext cx="128016" cy="97840"/>
            </a:xfrm>
            <a:prstGeom prst="rect">
              <a:avLst/>
            </a:prstGeom>
            <a:solidFill>
              <a:srgbClr val="979177"/>
            </a:solidFill>
            <a:ln w="1270">
              <a:solidFill>
                <a:srgbClr val="97917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Alignment_Colorbar_13"/>
            <p:cNvSpPr/>
            <p:nvPr/>
          </p:nvSpPr>
          <p:spPr>
            <a:xfrm>
              <a:off x="3547872" y="2199132"/>
              <a:ext cx="128016" cy="97840"/>
            </a:xfrm>
            <a:prstGeom prst="rect">
              <a:avLst/>
            </a:prstGeom>
            <a:solidFill>
              <a:srgbClr val="908B78"/>
            </a:solidFill>
            <a:ln w="1270">
              <a:solidFill>
                <a:srgbClr val="908B7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Alignment_Colorbar_14"/>
            <p:cNvSpPr/>
            <p:nvPr/>
          </p:nvSpPr>
          <p:spPr>
            <a:xfrm>
              <a:off x="3547872" y="2295144"/>
              <a:ext cx="128016" cy="97840"/>
            </a:xfrm>
            <a:prstGeom prst="rect">
              <a:avLst/>
            </a:prstGeom>
            <a:solidFill>
              <a:srgbClr val="888578"/>
            </a:solidFill>
            <a:ln w="1270">
              <a:solidFill>
                <a:srgbClr val="88857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Alignment_Colorbar_15"/>
            <p:cNvSpPr/>
            <p:nvPr/>
          </p:nvSpPr>
          <p:spPr>
            <a:xfrm>
              <a:off x="3547872" y="2391156"/>
              <a:ext cx="128016" cy="97840"/>
            </a:xfrm>
            <a:prstGeom prst="rect">
              <a:avLst/>
            </a:prstGeom>
            <a:solidFill>
              <a:srgbClr val="807F78"/>
            </a:solidFill>
            <a:ln w="1270">
              <a:solidFill>
                <a:srgbClr val="807F7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Alignment_Colorbar_16"/>
            <p:cNvSpPr/>
            <p:nvPr/>
          </p:nvSpPr>
          <p:spPr>
            <a:xfrm>
              <a:off x="3547872" y="2487168"/>
              <a:ext cx="128016" cy="97840"/>
            </a:xfrm>
            <a:prstGeom prst="rect">
              <a:avLst/>
            </a:prstGeom>
            <a:solidFill>
              <a:srgbClr val="787877"/>
            </a:solidFill>
            <a:ln w="1270">
              <a:solidFill>
                <a:srgbClr val="78787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Alignment_Colorbar_17"/>
            <p:cNvSpPr/>
            <p:nvPr/>
          </p:nvSpPr>
          <p:spPr>
            <a:xfrm>
              <a:off x="3547872" y="2583180"/>
              <a:ext cx="128016" cy="97840"/>
            </a:xfrm>
            <a:prstGeom prst="rect">
              <a:avLst/>
            </a:prstGeom>
            <a:solidFill>
              <a:srgbClr val="727274"/>
            </a:solidFill>
            <a:ln w="1270">
              <a:solidFill>
                <a:srgbClr val="72727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Alignment_Colorbar_18"/>
            <p:cNvSpPr/>
            <p:nvPr/>
          </p:nvSpPr>
          <p:spPr>
            <a:xfrm>
              <a:off x="3547872" y="2679191"/>
              <a:ext cx="128016" cy="97840"/>
            </a:xfrm>
            <a:prstGeom prst="rect">
              <a:avLst/>
            </a:prstGeom>
            <a:solidFill>
              <a:srgbClr val="6B6D72"/>
            </a:solidFill>
            <a:ln w="1270">
              <a:solidFill>
                <a:srgbClr val="6B6D7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Alignment_Colorbar_19"/>
            <p:cNvSpPr/>
            <p:nvPr/>
          </p:nvSpPr>
          <p:spPr>
            <a:xfrm>
              <a:off x="3547872" y="2775204"/>
              <a:ext cx="128016" cy="97840"/>
            </a:xfrm>
            <a:prstGeom prst="rect">
              <a:avLst/>
            </a:prstGeom>
            <a:solidFill>
              <a:srgbClr val="646770"/>
            </a:solidFill>
            <a:ln w="1270">
              <a:solidFill>
                <a:srgbClr val="64677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Alignment_Colorbar_20"/>
            <p:cNvSpPr/>
            <p:nvPr/>
          </p:nvSpPr>
          <p:spPr>
            <a:xfrm>
              <a:off x="3547872" y="2871216"/>
              <a:ext cx="128016" cy="97840"/>
            </a:xfrm>
            <a:prstGeom prst="rect">
              <a:avLst/>
            </a:prstGeom>
            <a:solidFill>
              <a:srgbClr val="5C616E"/>
            </a:solidFill>
            <a:ln w="1270">
              <a:solidFill>
                <a:srgbClr val="5C616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Alignment_Colorbar_21"/>
            <p:cNvSpPr/>
            <p:nvPr/>
          </p:nvSpPr>
          <p:spPr>
            <a:xfrm>
              <a:off x="3547872" y="2967228"/>
              <a:ext cx="128016" cy="97840"/>
            </a:xfrm>
            <a:prstGeom prst="rect">
              <a:avLst/>
            </a:prstGeom>
            <a:solidFill>
              <a:srgbClr val="555B6D"/>
            </a:solidFill>
            <a:ln w="1270">
              <a:solidFill>
                <a:srgbClr val="555B6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Alignment_Colorbar_22"/>
            <p:cNvSpPr/>
            <p:nvPr/>
          </p:nvSpPr>
          <p:spPr>
            <a:xfrm>
              <a:off x="3547872" y="3063240"/>
              <a:ext cx="128016" cy="97840"/>
            </a:xfrm>
            <a:prstGeom prst="rect">
              <a:avLst/>
            </a:prstGeom>
            <a:solidFill>
              <a:srgbClr val="4D556C"/>
            </a:solidFill>
            <a:ln w="1270">
              <a:solidFill>
                <a:srgbClr val="4D55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Alignment_Colorbar_23"/>
            <p:cNvSpPr/>
            <p:nvPr/>
          </p:nvSpPr>
          <p:spPr>
            <a:xfrm>
              <a:off x="3547872" y="3159252"/>
              <a:ext cx="128016" cy="97840"/>
            </a:xfrm>
            <a:prstGeom prst="rect">
              <a:avLst/>
            </a:prstGeom>
            <a:solidFill>
              <a:srgbClr val="45506C"/>
            </a:solidFill>
            <a:ln w="1270">
              <a:solidFill>
                <a:srgbClr val="4550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Alignment_Colorbar_24"/>
            <p:cNvSpPr/>
            <p:nvPr/>
          </p:nvSpPr>
          <p:spPr>
            <a:xfrm>
              <a:off x="3547872" y="3255264"/>
              <a:ext cx="128016" cy="97840"/>
            </a:xfrm>
            <a:prstGeom prst="rect">
              <a:avLst/>
            </a:prstGeom>
            <a:solidFill>
              <a:srgbClr val="3C4A6C"/>
            </a:solidFill>
            <a:ln w="1270">
              <a:solidFill>
                <a:srgbClr val="3C4A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Alignment_Colorbar_25"/>
            <p:cNvSpPr/>
            <p:nvPr/>
          </p:nvSpPr>
          <p:spPr>
            <a:xfrm>
              <a:off x="3547872" y="3351276"/>
              <a:ext cx="128016" cy="97840"/>
            </a:xfrm>
            <a:prstGeom prst="rect">
              <a:avLst/>
            </a:prstGeom>
            <a:solidFill>
              <a:srgbClr val="33446D"/>
            </a:solidFill>
            <a:ln w="1270">
              <a:solidFill>
                <a:srgbClr val="33446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Alignment_Colorbar_26"/>
            <p:cNvSpPr/>
            <p:nvPr/>
          </p:nvSpPr>
          <p:spPr>
            <a:xfrm>
              <a:off x="3547872" y="3447288"/>
              <a:ext cx="128016" cy="97840"/>
            </a:xfrm>
            <a:prstGeom prst="rect">
              <a:avLst/>
            </a:prstGeom>
            <a:solidFill>
              <a:srgbClr val="293F6E"/>
            </a:solidFill>
            <a:ln w="1270">
              <a:solidFill>
                <a:srgbClr val="293F6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Alignment_Colorbar_27"/>
            <p:cNvSpPr/>
            <p:nvPr/>
          </p:nvSpPr>
          <p:spPr>
            <a:xfrm>
              <a:off x="3547872" y="3543300"/>
              <a:ext cx="128016" cy="97840"/>
            </a:xfrm>
            <a:prstGeom prst="rect">
              <a:avLst/>
            </a:prstGeom>
            <a:solidFill>
              <a:srgbClr val="1C396F"/>
            </a:solidFill>
            <a:ln w="1270">
              <a:solidFill>
                <a:srgbClr val="1C396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Alignment_Colorbar_28"/>
            <p:cNvSpPr/>
            <p:nvPr/>
          </p:nvSpPr>
          <p:spPr>
            <a:xfrm>
              <a:off x="3547872" y="3639312"/>
              <a:ext cx="128016" cy="97840"/>
            </a:xfrm>
            <a:prstGeom prst="rect">
              <a:avLst/>
            </a:prstGeom>
            <a:solidFill>
              <a:srgbClr val="053371"/>
            </a:solidFill>
            <a:ln w="1270">
              <a:solidFill>
                <a:srgbClr val="0533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Alignment_Colorbar_29"/>
            <p:cNvSpPr/>
            <p:nvPr/>
          </p:nvSpPr>
          <p:spPr>
            <a:xfrm>
              <a:off x="3547872" y="3735324"/>
              <a:ext cx="128016" cy="97840"/>
            </a:xfrm>
            <a:prstGeom prst="rect">
              <a:avLst/>
            </a:prstGeom>
            <a:solidFill>
              <a:srgbClr val="002E6A"/>
            </a:solidFill>
            <a:ln w="1270">
              <a:solidFill>
                <a:srgbClr val="002E6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Alignment_Colorbar_30"/>
            <p:cNvSpPr/>
            <p:nvPr/>
          </p:nvSpPr>
          <p:spPr>
            <a:xfrm>
              <a:off x="3547872" y="3831335"/>
              <a:ext cx="128016" cy="97840"/>
            </a:xfrm>
            <a:prstGeom prst="rect">
              <a:avLst/>
            </a:prstGeom>
            <a:solidFill>
              <a:srgbClr val="00285B"/>
            </a:solidFill>
            <a:ln w="1270">
              <a:solidFill>
                <a:srgbClr val="0028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Alignment_Colorbar_31"/>
            <p:cNvSpPr/>
            <p:nvPr/>
          </p:nvSpPr>
          <p:spPr>
            <a:xfrm>
              <a:off x="3547872" y="3927348"/>
              <a:ext cx="128016" cy="97840"/>
            </a:xfrm>
            <a:prstGeom prst="rect">
              <a:avLst/>
            </a:prstGeom>
            <a:solidFill>
              <a:srgbClr val="00224E"/>
            </a:solidFill>
            <a:ln w="1270">
              <a:solidFill>
                <a:srgbClr val="00224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Alignment_Colorbar_Outline"/>
            <p:cNvSpPr/>
            <p:nvPr/>
          </p:nvSpPr>
          <p:spPr>
            <a:xfrm>
              <a:off x="3547872" y="950976"/>
              <a:ext cx="128016" cy="3072384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6666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8" name="Alignment_Colorbar_Tick_0.0"/>
            <p:cNvCxnSpPr/>
            <p:nvPr/>
          </p:nvCxnSpPr>
          <p:spPr>
            <a:xfrm>
              <a:off x="3675887" y="4023360"/>
              <a:ext cx="54864" cy="0"/>
            </a:xfrm>
            <a:prstGeom prst="line">
              <a:avLst/>
            </a:prstGeom>
            <a:ln w="5715">
              <a:solidFill>
                <a:srgbClr val="66666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Alignment_Colorbar_Label_0.0"/>
            <p:cNvSpPr txBox="1"/>
            <p:nvPr/>
          </p:nvSpPr>
          <p:spPr>
            <a:xfrm>
              <a:off x="3749039" y="3974885"/>
              <a:ext cx="100990" cy="96950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630">
                  <a:solidFill>
                    <a:srgbClr val="596270"/>
                  </a:solidFill>
                  <a:latin typeface="Times New Roman"/>
                </a:rPr>
                <a:t>0.0</a:t>
              </a:r>
            </a:p>
          </p:txBody>
        </p:sp>
        <p:cxnSp>
          <p:nvCxnSpPr>
            <p:cNvPr id="60" name="Alignment_Colorbar_Tick_0.2"/>
            <p:cNvCxnSpPr/>
            <p:nvPr/>
          </p:nvCxnSpPr>
          <p:spPr>
            <a:xfrm>
              <a:off x="3675887" y="3408883"/>
              <a:ext cx="54864" cy="0"/>
            </a:xfrm>
            <a:prstGeom prst="line">
              <a:avLst/>
            </a:prstGeom>
            <a:ln w="5715">
              <a:solidFill>
                <a:srgbClr val="66666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Alignment_Colorbar_Label_0.2"/>
            <p:cNvSpPr txBox="1"/>
            <p:nvPr/>
          </p:nvSpPr>
          <p:spPr>
            <a:xfrm>
              <a:off x="3749039" y="3360408"/>
              <a:ext cx="100990" cy="96950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630">
                  <a:solidFill>
                    <a:srgbClr val="596270"/>
                  </a:solidFill>
                  <a:latin typeface="Times New Roman"/>
                </a:rPr>
                <a:t>0.2</a:t>
              </a:r>
            </a:p>
          </p:txBody>
        </p:sp>
        <p:cxnSp>
          <p:nvCxnSpPr>
            <p:cNvPr id="62" name="Alignment_Colorbar_Tick_0.4"/>
            <p:cNvCxnSpPr/>
            <p:nvPr/>
          </p:nvCxnSpPr>
          <p:spPr>
            <a:xfrm>
              <a:off x="3675887" y="2794406"/>
              <a:ext cx="54864" cy="0"/>
            </a:xfrm>
            <a:prstGeom prst="line">
              <a:avLst/>
            </a:prstGeom>
            <a:ln w="5715">
              <a:solidFill>
                <a:srgbClr val="66666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Alignment_Colorbar_Label_0.4"/>
            <p:cNvSpPr txBox="1"/>
            <p:nvPr/>
          </p:nvSpPr>
          <p:spPr>
            <a:xfrm>
              <a:off x="3749039" y="2745931"/>
              <a:ext cx="100990" cy="96950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630">
                  <a:solidFill>
                    <a:srgbClr val="596270"/>
                  </a:solidFill>
                  <a:latin typeface="Times New Roman"/>
                </a:rPr>
                <a:t>0.4</a:t>
              </a:r>
            </a:p>
          </p:txBody>
        </p:sp>
        <p:cxnSp>
          <p:nvCxnSpPr>
            <p:cNvPr id="64" name="Alignment_Colorbar_Tick_0.6"/>
            <p:cNvCxnSpPr/>
            <p:nvPr/>
          </p:nvCxnSpPr>
          <p:spPr>
            <a:xfrm>
              <a:off x="3675887" y="2179929"/>
              <a:ext cx="54864" cy="0"/>
            </a:xfrm>
            <a:prstGeom prst="line">
              <a:avLst/>
            </a:prstGeom>
            <a:ln w="5715">
              <a:solidFill>
                <a:srgbClr val="66666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Alignment_Colorbar_Label_0.6"/>
            <p:cNvSpPr txBox="1"/>
            <p:nvPr/>
          </p:nvSpPr>
          <p:spPr>
            <a:xfrm>
              <a:off x="3749039" y="2131454"/>
              <a:ext cx="100990" cy="96950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630">
                  <a:solidFill>
                    <a:srgbClr val="596270"/>
                  </a:solidFill>
                  <a:latin typeface="Times New Roman"/>
                </a:rPr>
                <a:t>0.6</a:t>
              </a:r>
            </a:p>
          </p:txBody>
        </p:sp>
        <p:cxnSp>
          <p:nvCxnSpPr>
            <p:cNvPr id="66" name="Alignment_Colorbar_Tick_0.8"/>
            <p:cNvCxnSpPr/>
            <p:nvPr/>
          </p:nvCxnSpPr>
          <p:spPr>
            <a:xfrm>
              <a:off x="3675887" y="1565452"/>
              <a:ext cx="54864" cy="0"/>
            </a:xfrm>
            <a:prstGeom prst="line">
              <a:avLst/>
            </a:prstGeom>
            <a:ln w="5715">
              <a:solidFill>
                <a:srgbClr val="66666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Alignment_Colorbar_Label_0.8"/>
            <p:cNvSpPr txBox="1"/>
            <p:nvPr/>
          </p:nvSpPr>
          <p:spPr>
            <a:xfrm>
              <a:off x="3749039" y="1516977"/>
              <a:ext cx="100990" cy="96950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630">
                  <a:solidFill>
                    <a:srgbClr val="596270"/>
                  </a:solidFill>
                  <a:latin typeface="Times New Roman"/>
                </a:rPr>
                <a:t>0.8</a:t>
              </a:r>
            </a:p>
          </p:txBody>
        </p:sp>
        <p:cxnSp>
          <p:nvCxnSpPr>
            <p:cNvPr id="68" name="Alignment_Colorbar_Tick_1.0"/>
            <p:cNvCxnSpPr/>
            <p:nvPr/>
          </p:nvCxnSpPr>
          <p:spPr>
            <a:xfrm>
              <a:off x="3675887" y="950976"/>
              <a:ext cx="54864" cy="0"/>
            </a:xfrm>
            <a:prstGeom prst="line">
              <a:avLst/>
            </a:prstGeom>
            <a:ln w="5715">
              <a:solidFill>
                <a:srgbClr val="66666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Alignment_Colorbar_Label_1.0"/>
            <p:cNvSpPr txBox="1"/>
            <p:nvPr/>
          </p:nvSpPr>
          <p:spPr>
            <a:xfrm>
              <a:off x="3749039" y="902501"/>
              <a:ext cx="100990" cy="96950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630">
                  <a:solidFill>
                    <a:srgbClr val="596270"/>
                  </a:solidFill>
                  <a:latin typeface="Times New Roman"/>
                </a:rPr>
                <a:t>1.0</a:t>
              </a:r>
            </a:p>
          </p:txBody>
        </p:sp>
        <p:sp>
          <p:nvSpPr>
            <p:cNvPr id="70" name="Alignment_Colorbar_Title"/>
            <p:cNvSpPr txBox="1"/>
            <p:nvPr/>
          </p:nvSpPr>
          <p:spPr>
            <a:xfrm rot="5400000">
              <a:off x="3145449" y="2437924"/>
              <a:ext cx="621965" cy="98489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640">
                  <a:solidFill>
                    <a:srgbClr val="596270"/>
                  </a:solidFill>
                  <a:latin typeface="Times New Roman"/>
                </a:rPr>
                <a:t>Median RBF CKA</a:t>
              </a:r>
            </a:p>
          </p:txBody>
        </p:sp>
      </p:grp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5C532A2E-2D42-C2E3-2AED-545FE7DB9705}"/>
              </a:ext>
            </a:extLst>
          </p:cNvPr>
          <p:cNvGrpSpPr/>
          <p:nvPr/>
        </p:nvGrpSpPr>
        <p:grpSpPr>
          <a:xfrm>
            <a:off x="9796207" y="-3670838"/>
            <a:ext cx="2036129" cy="3532964"/>
            <a:chOff x="9695622" y="710388"/>
            <a:chExt cx="2036129" cy="3532964"/>
          </a:xfrm>
        </p:grpSpPr>
        <p:cxnSp>
          <p:nvCxnSpPr>
            <p:cNvPr id="104" name="Rank_YGrid_1"/>
            <p:cNvCxnSpPr/>
            <p:nvPr/>
          </p:nvCxnSpPr>
          <p:spPr>
            <a:xfrm>
              <a:off x="9857232" y="4023360"/>
              <a:ext cx="1874519" cy="0"/>
            </a:xfrm>
            <a:prstGeom prst="line">
              <a:avLst/>
            </a:prstGeom>
            <a:ln w="5715">
              <a:solidFill>
                <a:srgbClr val="D9D9D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Rank_YLabel_1"/>
            <p:cNvSpPr txBox="1"/>
            <p:nvPr/>
          </p:nvSpPr>
          <p:spPr>
            <a:xfrm>
              <a:off x="9778978" y="3973346"/>
              <a:ext cx="41678" cy="100027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650">
                  <a:solidFill>
                    <a:srgbClr val="596270"/>
                  </a:solidFill>
                  <a:latin typeface="Times New Roman"/>
                </a:rPr>
                <a:t>1</a:t>
              </a:r>
            </a:p>
          </p:txBody>
        </p:sp>
        <p:cxnSp>
          <p:nvCxnSpPr>
            <p:cNvPr id="106" name="Rank_YGrid_10"/>
            <p:cNvCxnSpPr/>
            <p:nvPr/>
          </p:nvCxnSpPr>
          <p:spPr>
            <a:xfrm>
              <a:off x="9857232" y="2902200"/>
              <a:ext cx="1874519" cy="0"/>
            </a:xfrm>
            <a:prstGeom prst="line">
              <a:avLst/>
            </a:prstGeom>
            <a:ln w="5715">
              <a:solidFill>
                <a:srgbClr val="D9D9D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Rank_YLabel_10"/>
            <p:cNvSpPr txBox="1"/>
            <p:nvPr/>
          </p:nvSpPr>
          <p:spPr>
            <a:xfrm>
              <a:off x="9737300" y="2852186"/>
              <a:ext cx="83356" cy="100027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650">
                  <a:solidFill>
                    <a:srgbClr val="596270"/>
                  </a:solidFill>
                  <a:latin typeface="Times New Roman"/>
                </a:rPr>
                <a:t>10</a:t>
              </a:r>
            </a:p>
          </p:txBody>
        </p:sp>
        <p:cxnSp>
          <p:nvCxnSpPr>
            <p:cNvPr id="108" name="Rank_YGrid_100"/>
            <p:cNvCxnSpPr/>
            <p:nvPr/>
          </p:nvCxnSpPr>
          <p:spPr>
            <a:xfrm>
              <a:off x="9857232" y="1781040"/>
              <a:ext cx="1874519" cy="0"/>
            </a:xfrm>
            <a:prstGeom prst="line">
              <a:avLst/>
            </a:prstGeom>
            <a:ln w="5715">
              <a:solidFill>
                <a:srgbClr val="D9D9D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Rank_YLabel_100"/>
            <p:cNvSpPr txBox="1"/>
            <p:nvPr/>
          </p:nvSpPr>
          <p:spPr>
            <a:xfrm>
              <a:off x="9695622" y="1731026"/>
              <a:ext cx="125034" cy="100027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650">
                  <a:solidFill>
                    <a:srgbClr val="596270"/>
                  </a:solidFill>
                  <a:latin typeface="Times New Roman"/>
                </a:rPr>
                <a:t>100</a:t>
              </a:r>
            </a:p>
          </p:txBody>
        </p:sp>
        <p:cxnSp>
          <p:nvCxnSpPr>
            <p:cNvPr id="110" name="Rank_YGrid_500"/>
            <p:cNvCxnSpPr/>
            <p:nvPr/>
          </p:nvCxnSpPr>
          <p:spPr>
            <a:xfrm>
              <a:off x="9857232" y="997383"/>
              <a:ext cx="1874519" cy="0"/>
            </a:xfrm>
            <a:prstGeom prst="line">
              <a:avLst/>
            </a:prstGeom>
            <a:ln w="5715">
              <a:solidFill>
                <a:srgbClr val="D9D9D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Rank_YLabel_500"/>
            <p:cNvSpPr txBox="1"/>
            <p:nvPr/>
          </p:nvSpPr>
          <p:spPr>
            <a:xfrm>
              <a:off x="9695622" y="947369"/>
              <a:ext cx="125034" cy="100027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650">
                  <a:solidFill>
                    <a:srgbClr val="596270"/>
                  </a:solidFill>
                  <a:latin typeface="Times New Roman"/>
                </a:rPr>
                <a:t>500</a:t>
              </a:r>
            </a:p>
          </p:txBody>
        </p:sp>
        <p:cxnSp>
          <p:nvCxnSpPr>
            <p:cNvPr id="112" name="Rank_XAxis"/>
            <p:cNvCxnSpPr/>
            <p:nvPr/>
          </p:nvCxnSpPr>
          <p:spPr>
            <a:xfrm>
              <a:off x="9857232" y="4023360"/>
              <a:ext cx="1874519" cy="0"/>
            </a:xfrm>
            <a:prstGeom prst="line">
              <a:avLst/>
            </a:prstGeom>
            <a:ln w="8255">
              <a:solidFill>
                <a:srgbClr val="66666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Rank_YAxis"/>
            <p:cNvCxnSpPr/>
            <p:nvPr/>
          </p:nvCxnSpPr>
          <p:spPr>
            <a:xfrm>
              <a:off x="9857232" y="950976"/>
              <a:ext cx="0" cy="3072384"/>
            </a:xfrm>
            <a:prstGeom prst="line">
              <a:avLst/>
            </a:prstGeom>
            <a:ln w="8255">
              <a:solidFill>
                <a:srgbClr val="66666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Rank_Title"/>
            <p:cNvSpPr txBox="1"/>
            <p:nvPr/>
          </p:nvSpPr>
          <p:spPr>
            <a:xfrm>
              <a:off x="9857232" y="710388"/>
              <a:ext cx="551433" cy="115416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750">
                  <a:solidFill>
                    <a:srgbClr val="252525"/>
                  </a:solidFill>
                  <a:latin typeface="Times New Roman"/>
                </a:rPr>
                <a:t>Effective rank</a:t>
              </a:r>
            </a:p>
          </p:txBody>
        </p:sp>
        <p:sp>
          <p:nvSpPr>
            <p:cNvPr id="115" name="Rank_XLabel_B"/>
            <p:cNvSpPr txBox="1"/>
            <p:nvPr/>
          </p:nvSpPr>
          <p:spPr>
            <a:xfrm>
              <a:off x="10265687" y="4132552"/>
              <a:ext cx="60914" cy="110800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720">
                  <a:solidFill>
                    <a:srgbClr val="2A9D6F"/>
                  </a:solidFill>
                  <a:latin typeface="Times New Roman"/>
                </a:rPr>
                <a:t>B</a:t>
              </a:r>
            </a:p>
          </p:txBody>
        </p:sp>
        <p:sp>
          <p:nvSpPr>
            <p:cNvPr id="116" name="Rank_XLabel_S"/>
            <p:cNvSpPr txBox="1"/>
            <p:nvPr/>
          </p:nvSpPr>
          <p:spPr>
            <a:xfrm>
              <a:off x="11184896" y="4132552"/>
              <a:ext cx="51296" cy="110800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720">
                  <a:solidFill>
                    <a:srgbClr val="D55E00"/>
                  </a:solidFill>
                  <a:latin typeface="Times New Roman"/>
                </a:rPr>
                <a:t>S</a:t>
              </a:r>
            </a:p>
          </p:txBody>
        </p:sp>
        <p:sp>
          <p:nvSpPr>
            <p:cNvPr id="117" name="Rank_YTitle"/>
            <p:cNvSpPr txBox="1"/>
            <p:nvPr/>
          </p:nvSpPr>
          <p:spPr>
            <a:xfrm rot="5400000">
              <a:off x="9833075" y="2378443"/>
              <a:ext cx="176330" cy="107722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700">
                  <a:solidFill>
                    <a:srgbClr val="596270"/>
                  </a:solidFill>
                  <a:latin typeface="Times New Roman"/>
                </a:rPr>
                <a:t>r_eff</a:t>
              </a:r>
            </a:p>
          </p:txBody>
        </p:sp>
        <p:cxnSp>
          <p:nvCxnSpPr>
            <p:cNvPr id="118" name="Rank_Pair_0"/>
            <p:cNvCxnSpPr/>
            <p:nvPr/>
          </p:nvCxnSpPr>
          <p:spPr>
            <a:xfrm flipV="1">
              <a:off x="10296144" y="2470657"/>
              <a:ext cx="914400" cy="1209506"/>
            </a:xfrm>
            <a:prstGeom prst="line">
              <a:avLst/>
            </a:prstGeom>
            <a:ln w="8255">
              <a:solidFill>
                <a:srgbClr val="B5B5B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Rank_Background_0"/>
            <p:cNvSpPr/>
            <p:nvPr/>
          </p:nvSpPr>
          <p:spPr>
            <a:xfrm>
              <a:off x="10245852" y="3629871"/>
              <a:ext cx="100584" cy="100584"/>
            </a:xfrm>
            <a:prstGeom prst="ellipse">
              <a:avLst/>
            </a:prstGeom>
            <a:solidFill>
              <a:srgbClr val="2A9D6F"/>
            </a:solidFill>
            <a:ln w="444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0" name="Rank_Structure_0"/>
            <p:cNvSpPr/>
            <p:nvPr/>
          </p:nvSpPr>
          <p:spPr>
            <a:xfrm>
              <a:off x="11160252" y="2420365"/>
              <a:ext cx="100584" cy="100584"/>
            </a:xfrm>
            <a:prstGeom prst="ellipse">
              <a:avLst/>
            </a:prstGeom>
            <a:solidFill>
              <a:srgbClr val="D55E00"/>
            </a:solidFill>
            <a:ln w="444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21" name="Rank_Pair_1"/>
            <p:cNvCxnSpPr/>
            <p:nvPr/>
          </p:nvCxnSpPr>
          <p:spPr>
            <a:xfrm flipV="1">
              <a:off x="10296144" y="2231206"/>
              <a:ext cx="914400" cy="947832"/>
            </a:xfrm>
            <a:prstGeom prst="line">
              <a:avLst/>
            </a:prstGeom>
            <a:ln w="8255">
              <a:solidFill>
                <a:srgbClr val="B5B5B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Rank_Background_1"/>
            <p:cNvSpPr/>
            <p:nvPr/>
          </p:nvSpPr>
          <p:spPr>
            <a:xfrm>
              <a:off x="10245852" y="3128746"/>
              <a:ext cx="100584" cy="100584"/>
            </a:xfrm>
            <a:prstGeom prst="ellipse">
              <a:avLst/>
            </a:prstGeom>
            <a:solidFill>
              <a:srgbClr val="2A9D6F"/>
            </a:solidFill>
            <a:ln w="444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3" name="Rank_Structure_1"/>
            <p:cNvSpPr/>
            <p:nvPr/>
          </p:nvSpPr>
          <p:spPr>
            <a:xfrm>
              <a:off x="11160252" y="2180914"/>
              <a:ext cx="100584" cy="100584"/>
            </a:xfrm>
            <a:prstGeom prst="ellipse">
              <a:avLst/>
            </a:prstGeom>
            <a:solidFill>
              <a:srgbClr val="D55E00"/>
            </a:solidFill>
            <a:ln w="444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24" name="Rank_Pair_2"/>
            <p:cNvCxnSpPr/>
            <p:nvPr/>
          </p:nvCxnSpPr>
          <p:spPr>
            <a:xfrm flipV="1">
              <a:off x="10296144" y="2041914"/>
              <a:ext cx="914400" cy="1518529"/>
            </a:xfrm>
            <a:prstGeom prst="line">
              <a:avLst/>
            </a:prstGeom>
            <a:ln w="8255">
              <a:solidFill>
                <a:srgbClr val="B5B5B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Rank_Background_2"/>
            <p:cNvSpPr/>
            <p:nvPr/>
          </p:nvSpPr>
          <p:spPr>
            <a:xfrm>
              <a:off x="10245852" y="3510151"/>
              <a:ext cx="100584" cy="100584"/>
            </a:xfrm>
            <a:prstGeom prst="ellipse">
              <a:avLst/>
            </a:prstGeom>
            <a:solidFill>
              <a:srgbClr val="2A9D6F"/>
            </a:solidFill>
            <a:ln w="444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6" name="Rank_Structure_2"/>
            <p:cNvSpPr/>
            <p:nvPr/>
          </p:nvSpPr>
          <p:spPr>
            <a:xfrm>
              <a:off x="11160252" y="1991622"/>
              <a:ext cx="100584" cy="100584"/>
            </a:xfrm>
            <a:prstGeom prst="ellipse">
              <a:avLst/>
            </a:prstGeom>
            <a:solidFill>
              <a:srgbClr val="D55E00"/>
            </a:solidFill>
            <a:ln w="444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27" name="Rank_Pair_3"/>
            <p:cNvCxnSpPr/>
            <p:nvPr/>
          </p:nvCxnSpPr>
          <p:spPr>
            <a:xfrm flipV="1">
              <a:off x="10296144" y="1441381"/>
              <a:ext cx="914400" cy="1598982"/>
            </a:xfrm>
            <a:prstGeom prst="line">
              <a:avLst/>
            </a:prstGeom>
            <a:ln w="8255">
              <a:solidFill>
                <a:srgbClr val="B5B5B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Rank_Background_3"/>
            <p:cNvSpPr/>
            <p:nvPr/>
          </p:nvSpPr>
          <p:spPr>
            <a:xfrm>
              <a:off x="10245852" y="2990071"/>
              <a:ext cx="100584" cy="100584"/>
            </a:xfrm>
            <a:prstGeom prst="ellipse">
              <a:avLst/>
            </a:prstGeom>
            <a:solidFill>
              <a:srgbClr val="2A9D6F"/>
            </a:solidFill>
            <a:ln w="444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9" name="Rank_Structure_3"/>
            <p:cNvSpPr/>
            <p:nvPr/>
          </p:nvSpPr>
          <p:spPr>
            <a:xfrm>
              <a:off x="11160252" y="1391089"/>
              <a:ext cx="100584" cy="100584"/>
            </a:xfrm>
            <a:prstGeom prst="ellipse">
              <a:avLst/>
            </a:prstGeom>
            <a:solidFill>
              <a:srgbClr val="D55E00"/>
            </a:solidFill>
            <a:ln w="444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30" name="Rank_Pair_4"/>
            <p:cNvCxnSpPr/>
            <p:nvPr/>
          </p:nvCxnSpPr>
          <p:spPr>
            <a:xfrm flipV="1">
              <a:off x="10296144" y="2254367"/>
              <a:ext cx="914400" cy="1224237"/>
            </a:xfrm>
            <a:prstGeom prst="line">
              <a:avLst/>
            </a:prstGeom>
            <a:ln w="8255">
              <a:solidFill>
                <a:srgbClr val="B5B5B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Rank_Background_4"/>
            <p:cNvSpPr/>
            <p:nvPr/>
          </p:nvSpPr>
          <p:spPr>
            <a:xfrm>
              <a:off x="10245852" y="3428312"/>
              <a:ext cx="100584" cy="100584"/>
            </a:xfrm>
            <a:prstGeom prst="ellipse">
              <a:avLst/>
            </a:prstGeom>
            <a:solidFill>
              <a:srgbClr val="2A9D6F"/>
            </a:solidFill>
            <a:ln w="444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2" name="Rank_Structure_4"/>
            <p:cNvSpPr/>
            <p:nvPr/>
          </p:nvSpPr>
          <p:spPr>
            <a:xfrm>
              <a:off x="11160252" y="2204075"/>
              <a:ext cx="100584" cy="100584"/>
            </a:xfrm>
            <a:prstGeom prst="ellipse">
              <a:avLst/>
            </a:prstGeom>
            <a:solidFill>
              <a:srgbClr val="D55E00"/>
            </a:solidFill>
            <a:ln w="444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33" name="Rank_Pair_5"/>
            <p:cNvCxnSpPr/>
            <p:nvPr/>
          </p:nvCxnSpPr>
          <p:spPr>
            <a:xfrm flipV="1">
              <a:off x="10296144" y="1263133"/>
              <a:ext cx="914400" cy="1776313"/>
            </a:xfrm>
            <a:prstGeom prst="line">
              <a:avLst/>
            </a:prstGeom>
            <a:ln w="8255">
              <a:solidFill>
                <a:srgbClr val="B5B5B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Rank_Background_5"/>
            <p:cNvSpPr/>
            <p:nvPr/>
          </p:nvSpPr>
          <p:spPr>
            <a:xfrm>
              <a:off x="10245852" y="2989154"/>
              <a:ext cx="100584" cy="100584"/>
            </a:xfrm>
            <a:prstGeom prst="ellipse">
              <a:avLst/>
            </a:prstGeom>
            <a:solidFill>
              <a:srgbClr val="2A9D6F"/>
            </a:solidFill>
            <a:ln w="444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5" name="Rank_Structure_5"/>
            <p:cNvSpPr/>
            <p:nvPr/>
          </p:nvSpPr>
          <p:spPr>
            <a:xfrm>
              <a:off x="11160252" y="1212841"/>
              <a:ext cx="100584" cy="100584"/>
            </a:xfrm>
            <a:prstGeom prst="ellipse">
              <a:avLst/>
            </a:prstGeom>
            <a:solidFill>
              <a:srgbClr val="D55E00"/>
            </a:solidFill>
            <a:ln w="444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36" name="Rank_Pair_6"/>
            <p:cNvCxnSpPr/>
            <p:nvPr/>
          </p:nvCxnSpPr>
          <p:spPr>
            <a:xfrm flipV="1">
              <a:off x="10296144" y="2123052"/>
              <a:ext cx="914400" cy="1196381"/>
            </a:xfrm>
            <a:prstGeom prst="line">
              <a:avLst/>
            </a:prstGeom>
            <a:ln w="8255">
              <a:solidFill>
                <a:srgbClr val="B5B5B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Rank_Background_6"/>
            <p:cNvSpPr/>
            <p:nvPr/>
          </p:nvSpPr>
          <p:spPr>
            <a:xfrm>
              <a:off x="10245852" y="3269141"/>
              <a:ext cx="100584" cy="100584"/>
            </a:xfrm>
            <a:prstGeom prst="ellipse">
              <a:avLst/>
            </a:prstGeom>
            <a:solidFill>
              <a:srgbClr val="2A9D6F"/>
            </a:solidFill>
            <a:ln w="444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8" name="Rank_Structure_6"/>
            <p:cNvSpPr/>
            <p:nvPr/>
          </p:nvSpPr>
          <p:spPr>
            <a:xfrm>
              <a:off x="11160252" y="2072760"/>
              <a:ext cx="100584" cy="100584"/>
            </a:xfrm>
            <a:prstGeom prst="ellipse">
              <a:avLst/>
            </a:prstGeom>
            <a:solidFill>
              <a:srgbClr val="D55E00"/>
            </a:solidFill>
            <a:ln w="444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39" name="Rank_Pair_7"/>
            <p:cNvCxnSpPr/>
            <p:nvPr/>
          </p:nvCxnSpPr>
          <p:spPr>
            <a:xfrm flipV="1">
              <a:off x="10296144" y="1096497"/>
              <a:ext cx="914400" cy="1780299"/>
            </a:xfrm>
            <a:prstGeom prst="line">
              <a:avLst/>
            </a:prstGeom>
            <a:ln w="8255">
              <a:solidFill>
                <a:srgbClr val="B5B5B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Rank_Background_7"/>
            <p:cNvSpPr/>
            <p:nvPr/>
          </p:nvSpPr>
          <p:spPr>
            <a:xfrm>
              <a:off x="10245852" y="2826504"/>
              <a:ext cx="100584" cy="100584"/>
            </a:xfrm>
            <a:prstGeom prst="ellipse">
              <a:avLst/>
            </a:prstGeom>
            <a:solidFill>
              <a:srgbClr val="2A9D6F"/>
            </a:solidFill>
            <a:ln w="444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1" name="Rank_Structure_7"/>
            <p:cNvSpPr/>
            <p:nvPr/>
          </p:nvSpPr>
          <p:spPr>
            <a:xfrm>
              <a:off x="11160252" y="1046205"/>
              <a:ext cx="100584" cy="100584"/>
            </a:xfrm>
            <a:prstGeom prst="ellipse">
              <a:avLst/>
            </a:prstGeom>
            <a:solidFill>
              <a:srgbClr val="D55E00"/>
            </a:solidFill>
            <a:ln w="444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42" name="Figure_Provenance_Note"/>
          <p:cNvSpPr txBox="1"/>
          <p:nvPr/>
        </p:nvSpPr>
        <p:spPr>
          <a:xfrm>
            <a:off x="4654297" y="-2300931"/>
            <a:ext cx="1712007" cy="98489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40" i="1">
                <a:solidFill>
                  <a:srgbClr val="596270"/>
                </a:solidFill>
                <a:latin typeface="Times New Roman"/>
              </a:rPr>
              <a:t>Training-free statistics over eight OpenFWI subsets</a:t>
            </a:r>
          </a:p>
        </p:txBody>
      </p:sp>
      <p:sp>
        <p:nvSpPr>
          <p:cNvPr id="145" name="箭头: 右 144">
            <a:extLst>
              <a:ext uri="{FF2B5EF4-FFF2-40B4-BE49-F238E27FC236}">
                <a16:creationId xmlns:a16="http://schemas.microsoft.com/office/drawing/2014/main" id="{C192A5C0-F2F9-39DE-7092-7864B7714516}"/>
              </a:ext>
            </a:extLst>
          </p:cNvPr>
          <p:cNvSpPr/>
          <p:nvPr/>
        </p:nvSpPr>
        <p:spPr>
          <a:xfrm>
            <a:off x="8163686" y="-2934663"/>
            <a:ext cx="457200" cy="355600"/>
          </a:xfrm>
          <a:prstGeom prst="rightArrow">
            <a:avLst/>
          </a:prstGeom>
          <a:solidFill>
            <a:srgbClr val="EAF6F0"/>
          </a:solidFill>
          <a:ln>
            <a:solidFill>
              <a:srgbClr val="2A9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6" name="箭头: 右 145">
            <a:extLst>
              <a:ext uri="{FF2B5EF4-FFF2-40B4-BE49-F238E27FC236}">
                <a16:creationId xmlns:a16="http://schemas.microsoft.com/office/drawing/2014/main" id="{83B93081-0714-D492-FFF2-7BFFA0F6443B}"/>
              </a:ext>
            </a:extLst>
          </p:cNvPr>
          <p:cNvSpPr/>
          <p:nvPr/>
        </p:nvSpPr>
        <p:spPr>
          <a:xfrm>
            <a:off x="8163686" y="-1554003"/>
            <a:ext cx="457200" cy="355600"/>
          </a:xfrm>
          <a:prstGeom prst="rightArrow">
            <a:avLst/>
          </a:prstGeom>
          <a:solidFill>
            <a:srgbClr val="EAF2FC"/>
          </a:solidFill>
          <a:ln>
            <a:solidFill>
              <a:srgbClr val="246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1" name="Panel_B_Title"/>
          <p:cNvSpPr txBox="1"/>
          <p:nvPr/>
        </p:nvSpPr>
        <p:spPr>
          <a:xfrm>
            <a:off x="3866819" y="6659498"/>
            <a:ext cx="3443250" cy="276999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b="1" dirty="0">
                <a:solidFill>
                  <a:srgbClr val="252525"/>
                </a:solidFill>
                <a:latin typeface="Times New Roman"/>
              </a:rPr>
              <a:t>(b) Component effective dimension</a:t>
            </a:r>
          </a:p>
        </p:txBody>
      </p: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8D97873D-AEB4-B115-34CC-2C65F3C45EF7}"/>
              </a:ext>
            </a:extLst>
          </p:cNvPr>
          <p:cNvGrpSpPr/>
          <p:nvPr/>
        </p:nvGrpSpPr>
        <p:grpSpPr>
          <a:xfrm>
            <a:off x="3231389" y="6943862"/>
            <a:ext cx="4308717" cy="3816697"/>
            <a:chOff x="3996548" y="2143378"/>
            <a:chExt cx="4308717" cy="3577071"/>
          </a:xfrm>
        </p:grpSpPr>
        <p:sp>
          <p:nvSpPr>
            <p:cNvPr id="96" name="Background_IQR_Band"/>
            <p:cNvSpPr/>
            <p:nvPr/>
          </p:nvSpPr>
          <p:spPr>
            <a:xfrm>
              <a:off x="4492446" y="2219097"/>
              <a:ext cx="3678166" cy="2264969"/>
            </a:xfrm>
            <a:custGeom>
              <a:avLst/>
              <a:gdLst/>
              <a:ahLst/>
              <a:cxnLst/>
              <a:rect l="l" t="t" r="r" b="b"/>
              <a:pathLst>
                <a:path w="4700" h="2477">
                  <a:moveTo>
                    <a:pt x="0" y="2477"/>
                  </a:moveTo>
                  <a:lnTo>
                    <a:pt x="472" y="1814"/>
                  </a:lnTo>
                  <a:lnTo>
                    <a:pt x="747" y="1416"/>
                  </a:lnTo>
                  <a:lnTo>
                    <a:pt x="943" y="1174"/>
                  </a:lnTo>
                  <a:lnTo>
                    <a:pt x="1095" y="1035"/>
                  </a:lnTo>
                  <a:lnTo>
                    <a:pt x="1219" y="947"/>
                  </a:lnTo>
                  <a:lnTo>
                    <a:pt x="1324" y="870"/>
                  </a:lnTo>
                  <a:lnTo>
                    <a:pt x="1415" y="804"/>
                  </a:lnTo>
                  <a:lnTo>
                    <a:pt x="1495" y="747"/>
                  </a:lnTo>
                  <a:lnTo>
                    <a:pt x="1567" y="695"/>
                  </a:lnTo>
                  <a:lnTo>
                    <a:pt x="1632" y="652"/>
                  </a:lnTo>
                  <a:lnTo>
                    <a:pt x="1691" y="610"/>
                  </a:lnTo>
                  <a:lnTo>
                    <a:pt x="1745" y="573"/>
                  </a:lnTo>
                  <a:lnTo>
                    <a:pt x="1796" y="540"/>
                  </a:lnTo>
                  <a:lnTo>
                    <a:pt x="1843" y="512"/>
                  </a:lnTo>
                  <a:lnTo>
                    <a:pt x="1886" y="488"/>
                  </a:lnTo>
                  <a:lnTo>
                    <a:pt x="1928" y="464"/>
                  </a:lnTo>
                  <a:lnTo>
                    <a:pt x="1967" y="441"/>
                  </a:lnTo>
                  <a:lnTo>
                    <a:pt x="2003" y="420"/>
                  </a:lnTo>
                  <a:lnTo>
                    <a:pt x="2038" y="401"/>
                  </a:lnTo>
                  <a:lnTo>
                    <a:pt x="2071" y="383"/>
                  </a:lnTo>
                  <a:lnTo>
                    <a:pt x="2103" y="366"/>
                  </a:lnTo>
                  <a:lnTo>
                    <a:pt x="2133" y="351"/>
                  </a:lnTo>
                  <a:lnTo>
                    <a:pt x="2162" y="336"/>
                  </a:lnTo>
                  <a:lnTo>
                    <a:pt x="2190" y="322"/>
                  </a:lnTo>
                  <a:lnTo>
                    <a:pt x="2217" y="309"/>
                  </a:lnTo>
                  <a:lnTo>
                    <a:pt x="2242" y="297"/>
                  </a:lnTo>
                  <a:lnTo>
                    <a:pt x="2267" y="285"/>
                  </a:lnTo>
                  <a:lnTo>
                    <a:pt x="2291" y="274"/>
                  </a:lnTo>
                  <a:lnTo>
                    <a:pt x="2314" y="263"/>
                  </a:lnTo>
                  <a:lnTo>
                    <a:pt x="2336" y="254"/>
                  </a:lnTo>
                  <a:lnTo>
                    <a:pt x="2358" y="245"/>
                  </a:lnTo>
                  <a:lnTo>
                    <a:pt x="2379" y="236"/>
                  </a:lnTo>
                  <a:lnTo>
                    <a:pt x="2399" y="228"/>
                  </a:lnTo>
                  <a:lnTo>
                    <a:pt x="2419" y="220"/>
                  </a:lnTo>
                  <a:lnTo>
                    <a:pt x="2438" y="212"/>
                  </a:lnTo>
                  <a:lnTo>
                    <a:pt x="2457" y="205"/>
                  </a:lnTo>
                  <a:lnTo>
                    <a:pt x="2475" y="198"/>
                  </a:lnTo>
                  <a:lnTo>
                    <a:pt x="2493" y="192"/>
                  </a:lnTo>
                  <a:lnTo>
                    <a:pt x="2510" y="185"/>
                  </a:lnTo>
                  <a:lnTo>
                    <a:pt x="2527" y="179"/>
                  </a:lnTo>
                  <a:lnTo>
                    <a:pt x="2543" y="174"/>
                  </a:lnTo>
                  <a:lnTo>
                    <a:pt x="2559" y="169"/>
                  </a:lnTo>
                  <a:lnTo>
                    <a:pt x="2575" y="164"/>
                  </a:lnTo>
                  <a:lnTo>
                    <a:pt x="2590" y="159"/>
                  </a:lnTo>
                  <a:lnTo>
                    <a:pt x="2605" y="155"/>
                  </a:lnTo>
                  <a:lnTo>
                    <a:pt x="2620" y="150"/>
                  </a:lnTo>
                  <a:lnTo>
                    <a:pt x="2634" y="146"/>
                  </a:lnTo>
                  <a:lnTo>
                    <a:pt x="2648" y="142"/>
                  </a:lnTo>
                  <a:lnTo>
                    <a:pt x="2662" y="138"/>
                  </a:lnTo>
                  <a:lnTo>
                    <a:pt x="2675" y="134"/>
                  </a:lnTo>
                  <a:lnTo>
                    <a:pt x="2688" y="131"/>
                  </a:lnTo>
                  <a:lnTo>
                    <a:pt x="2701" y="127"/>
                  </a:lnTo>
                  <a:lnTo>
                    <a:pt x="2714" y="124"/>
                  </a:lnTo>
                  <a:lnTo>
                    <a:pt x="2727" y="121"/>
                  </a:lnTo>
                  <a:lnTo>
                    <a:pt x="2739" y="118"/>
                  </a:lnTo>
                  <a:lnTo>
                    <a:pt x="2751" y="115"/>
                  </a:lnTo>
                  <a:lnTo>
                    <a:pt x="2763" y="112"/>
                  </a:lnTo>
                  <a:lnTo>
                    <a:pt x="2774" y="109"/>
                  </a:lnTo>
                  <a:lnTo>
                    <a:pt x="2786" y="107"/>
                  </a:lnTo>
                  <a:lnTo>
                    <a:pt x="2797" y="104"/>
                  </a:lnTo>
                  <a:lnTo>
                    <a:pt x="2808" y="102"/>
                  </a:lnTo>
                  <a:lnTo>
                    <a:pt x="2819" y="99"/>
                  </a:lnTo>
                  <a:lnTo>
                    <a:pt x="2830" y="97"/>
                  </a:lnTo>
                  <a:lnTo>
                    <a:pt x="2840" y="95"/>
                  </a:lnTo>
                  <a:lnTo>
                    <a:pt x="2851" y="93"/>
                  </a:lnTo>
                  <a:lnTo>
                    <a:pt x="2861" y="91"/>
                  </a:lnTo>
                  <a:lnTo>
                    <a:pt x="2871" y="89"/>
                  </a:lnTo>
                  <a:lnTo>
                    <a:pt x="2881" y="87"/>
                  </a:lnTo>
                  <a:lnTo>
                    <a:pt x="2891" y="85"/>
                  </a:lnTo>
                  <a:lnTo>
                    <a:pt x="2900" y="83"/>
                  </a:lnTo>
                  <a:lnTo>
                    <a:pt x="2910" y="81"/>
                  </a:lnTo>
                  <a:lnTo>
                    <a:pt x="2919" y="79"/>
                  </a:lnTo>
                  <a:lnTo>
                    <a:pt x="2928" y="77"/>
                  </a:lnTo>
                  <a:lnTo>
                    <a:pt x="2938" y="76"/>
                  </a:lnTo>
                  <a:lnTo>
                    <a:pt x="2947" y="74"/>
                  </a:lnTo>
                  <a:lnTo>
                    <a:pt x="2956" y="73"/>
                  </a:lnTo>
                  <a:lnTo>
                    <a:pt x="2964" y="71"/>
                  </a:lnTo>
                  <a:lnTo>
                    <a:pt x="2973" y="70"/>
                  </a:lnTo>
                  <a:lnTo>
                    <a:pt x="2982" y="68"/>
                  </a:lnTo>
                  <a:lnTo>
                    <a:pt x="2990" y="67"/>
                  </a:lnTo>
                  <a:lnTo>
                    <a:pt x="2998" y="65"/>
                  </a:lnTo>
                  <a:lnTo>
                    <a:pt x="3007" y="64"/>
                  </a:lnTo>
                  <a:lnTo>
                    <a:pt x="3015" y="63"/>
                  </a:lnTo>
                  <a:lnTo>
                    <a:pt x="3023" y="62"/>
                  </a:lnTo>
                  <a:lnTo>
                    <a:pt x="3031" y="60"/>
                  </a:lnTo>
                  <a:lnTo>
                    <a:pt x="3039" y="59"/>
                  </a:lnTo>
                  <a:lnTo>
                    <a:pt x="3046" y="58"/>
                  </a:lnTo>
                  <a:lnTo>
                    <a:pt x="3054" y="57"/>
                  </a:lnTo>
                  <a:lnTo>
                    <a:pt x="3062" y="56"/>
                  </a:lnTo>
                  <a:lnTo>
                    <a:pt x="3069" y="55"/>
                  </a:lnTo>
                  <a:lnTo>
                    <a:pt x="3077" y="54"/>
                  </a:lnTo>
                  <a:lnTo>
                    <a:pt x="3084" y="53"/>
                  </a:lnTo>
                  <a:lnTo>
                    <a:pt x="3091" y="51"/>
                  </a:lnTo>
                  <a:lnTo>
                    <a:pt x="3098" y="51"/>
                  </a:lnTo>
                  <a:lnTo>
                    <a:pt x="3106" y="50"/>
                  </a:lnTo>
                  <a:lnTo>
                    <a:pt x="3113" y="49"/>
                  </a:lnTo>
                  <a:lnTo>
                    <a:pt x="3120" y="48"/>
                  </a:lnTo>
                  <a:lnTo>
                    <a:pt x="3126" y="47"/>
                  </a:lnTo>
                  <a:lnTo>
                    <a:pt x="3133" y="46"/>
                  </a:lnTo>
                  <a:lnTo>
                    <a:pt x="3140" y="45"/>
                  </a:lnTo>
                  <a:lnTo>
                    <a:pt x="3147" y="44"/>
                  </a:lnTo>
                  <a:lnTo>
                    <a:pt x="3153" y="43"/>
                  </a:lnTo>
                  <a:lnTo>
                    <a:pt x="3160" y="43"/>
                  </a:lnTo>
                  <a:lnTo>
                    <a:pt x="3167" y="42"/>
                  </a:lnTo>
                  <a:lnTo>
                    <a:pt x="3173" y="41"/>
                  </a:lnTo>
                  <a:lnTo>
                    <a:pt x="3179" y="40"/>
                  </a:lnTo>
                  <a:lnTo>
                    <a:pt x="3186" y="39"/>
                  </a:lnTo>
                  <a:lnTo>
                    <a:pt x="3192" y="39"/>
                  </a:lnTo>
                  <a:lnTo>
                    <a:pt x="3198" y="38"/>
                  </a:lnTo>
                  <a:lnTo>
                    <a:pt x="3204" y="37"/>
                  </a:lnTo>
                  <a:lnTo>
                    <a:pt x="3210" y="37"/>
                  </a:lnTo>
                  <a:lnTo>
                    <a:pt x="3216" y="36"/>
                  </a:lnTo>
                  <a:lnTo>
                    <a:pt x="3222" y="35"/>
                  </a:lnTo>
                  <a:lnTo>
                    <a:pt x="3228" y="35"/>
                  </a:lnTo>
                  <a:lnTo>
                    <a:pt x="3234" y="34"/>
                  </a:lnTo>
                  <a:lnTo>
                    <a:pt x="3240" y="33"/>
                  </a:lnTo>
                  <a:lnTo>
                    <a:pt x="3246" y="33"/>
                  </a:lnTo>
                  <a:lnTo>
                    <a:pt x="3252" y="32"/>
                  </a:lnTo>
                  <a:lnTo>
                    <a:pt x="3257" y="32"/>
                  </a:lnTo>
                  <a:lnTo>
                    <a:pt x="3263" y="31"/>
                  </a:lnTo>
                  <a:lnTo>
                    <a:pt x="3269" y="31"/>
                  </a:lnTo>
                  <a:lnTo>
                    <a:pt x="3274" y="30"/>
                  </a:lnTo>
                  <a:lnTo>
                    <a:pt x="3280" y="30"/>
                  </a:lnTo>
                  <a:lnTo>
                    <a:pt x="3285" y="29"/>
                  </a:lnTo>
                  <a:lnTo>
                    <a:pt x="3291" y="29"/>
                  </a:lnTo>
                  <a:lnTo>
                    <a:pt x="3296" y="28"/>
                  </a:lnTo>
                  <a:lnTo>
                    <a:pt x="3301" y="28"/>
                  </a:lnTo>
                  <a:lnTo>
                    <a:pt x="3307" y="27"/>
                  </a:lnTo>
                  <a:lnTo>
                    <a:pt x="3312" y="27"/>
                  </a:lnTo>
                  <a:lnTo>
                    <a:pt x="3317" y="26"/>
                  </a:lnTo>
                  <a:lnTo>
                    <a:pt x="3322" y="26"/>
                  </a:lnTo>
                  <a:lnTo>
                    <a:pt x="3327" y="25"/>
                  </a:lnTo>
                  <a:lnTo>
                    <a:pt x="3332" y="25"/>
                  </a:lnTo>
                  <a:lnTo>
                    <a:pt x="3338" y="25"/>
                  </a:lnTo>
                  <a:lnTo>
                    <a:pt x="3343" y="24"/>
                  </a:lnTo>
                  <a:lnTo>
                    <a:pt x="3348" y="24"/>
                  </a:lnTo>
                  <a:lnTo>
                    <a:pt x="3352" y="23"/>
                  </a:lnTo>
                  <a:lnTo>
                    <a:pt x="3357" y="23"/>
                  </a:lnTo>
                  <a:lnTo>
                    <a:pt x="3362" y="23"/>
                  </a:lnTo>
                  <a:lnTo>
                    <a:pt x="3367" y="22"/>
                  </a:lnTo>
                  <a:lnTo>
                    <a:pt x="3372" y="22"/>
                  </a:lnTo>
                  <a:lnTo>
                    <a:pt x="3377" y="22"/>
                  </a:lnTo>
                  <a:lnTo>
                    <a:pt x="3381" y="21"/>
                  </a:lnTo>
                  <a:lnTo>
                    <a:pt x="3386" y="21"/>
                  </a:lnTo>
                  <a:lnTo>
                    <a:pt x="3391" y="21"/>
                  </a:lnTo>
                  <a:lnTo>
                    <a:pt x="3395" y="20"/>
                  </a:lnTo>
                  <a:lnTo>
                    <a:pt x="3400" y="20"/>
                  </a:lnTo>
                  <a:lnTo>
                    <a:pt x="3405" y="20"/>
                  </a:lnTo>
                  <a:lnTo>
                    <a:pt x="3409" y="19"/>
                  </a:lnTo>
                  <a:lnTo>
                    <a:pt x="3414" y="19"/>
                  </a:lnTo>
                  <a:lnTo>
                    <a:pt x="3418" y="19"/>
                  </a:lnTo>
                  <a:lnTo>
                    <a:pt x="3423" y="18"/>
                  </a:lnTo>
                  <a:lnTo>
                    <a:pt x="3427" y="18"/>
                  </a:lnTo>
                  <a:lnTo>
                    <a:pt x="3432" y="18"/>
                  </a:lnTo>
                  <a:lnTo>
                    <a:pt x="3436" y="17"/>
                  </a:lnTo>
                  <a:lnTo>
                    <a:pt x="3440" y="17"/>
                  </a:lnTo>
                  <a:lnTo>
                    <a:pt x="3445" y="17"/>
                  </a:lnTo>
                  <a:lnTo>
                    <a:pt x="3449" y="17"/>
                  </a:lnTo>
                  <a:lnTo>
                    <a:pt x="3453" y="16"/>
                  </a:lnTo>
                  <a:lnTo>
                    <a:pt x="3457" y="16"/>
                  </a:lnTo>
                  <a:lnTo>
                    <a:pt x="3462" y="16"/>
                  </a:lnTo>
                  <a:lnTo>
                    <a:pt x="3466" y="16"/>
                  </a:lnTo>
                  <a:lnTo>
                    <a:pt x="3470" y="15"/>
                  </a:lnTo>
                  <a:lnTo>
                    <a:pt x="3474" y="15"/>
                  </a:lnTo>
                  <a:lnTo>
                    <a:pt x="3478" y="15"/>
                  </a:lnTo>
                  <a:lnTo>
                    <a:pt x="3482" y="15"/>
                  </a:lnTo>
                  <a:lnTo>
                    <a:pt x="3486" y="15"/>
                  </a:lnTo>
                  <a:lnTo>
                    <a:pt x="3490" y="14"/>
                  </a:lnTo>
                  <a:lnTo>
                    <a:pt x="3494" y="14"/>
                  </a:lnTo>
                  <a:lnTo>
                    <a:pt x="3498" y="14"/>
                  </a:lnTo>
                  <a:lnTo>
                    <a:pt x="3502" y="14"/>
                  </a:lnTo>
                  <a:lnTo>
                    <a:pt x="3506" y="13"/>
                  </a:lnTo>
                  <a:lnTo>
                    <a:pt x="3510" y="13"/>
                  </a:lnTo>
                  <a:lnTo>
                    <a:pt x="3514" y="13"/>
                  </a:lnTo>
                  <a:lnTo>
                    <a:pt x="3518" y="13"/>
                  </a:lnTo>
                  <a:lnTo>
                    <a:pt x="3522" y="13"/>
                  </a:lnTo>
                  <a:lnTo>
                    <a:pt x="3526" y="13"/>
                  </a:lnTo>
                  <a:lnTo>
                    <a:pt x="3529" y="12"/>
                  </a:lnTo>
                  <a:lnTo>
                    <a:pt x="3533" y="12"/>
                  </a:lnTo>
                  <a:lnTo>
                    <a:pt x="3537" y="12"/>
                  </a:lnTo>
                  <a:lnTo>
                    <a:pt x="3541" y="12"/>
                  </a:lnTo>
                  <a:lnTo>
                    <a:pt x="3545" y="12"/>
                  </a:lnTo>
                  <a:lnTo>
                    <a:pt x="3548" y="11"/>
                  </a:lnTo>
                  <a:lnTo>
                    <a:pt x="3552" y="11"/>
                  </a:lnTo>
                  <a:lnTo>
                    <a:pt x="3556" y="11"/>
                  </a:lnTo>
                  <a:lnTo>
                    <a:pt x="3559" y="11"/>
                  </a:lnTo>
                  <a:lnTo>
                    <a:pt x="3563" y="11"/>
                  </a:lnTo>
                  <a:lnTo>
                    <a:pt x="3566" y="11"/>
                  </a:lnTo>
                  <a:lnTo>
                    <a:pt x="3570" y="11"/>
                  </a:lnTo>
                  <a:lnTo>
                    <a:pt x="3574" y="10"/>
                  </a:lnTo>
                  <a:lnTo>
                    <a:pt x="3577" y="10"/>
                  </a:lnTo>
                  <a:lnTo>
                    <a:pt x="3581" y="10"/>
                  </a:lnTo>
                  <a:lnTo>
                    <a:pt x="3584" y="10"/>
                  </a:lnTo>
                  <a:lnTo>
                    <a:pt x="3588" y="10"/>
                  </a:lnTo>
                  <a:lnTo>
                    <a:pt x="3591" y="10"/>
                  </a:lnTo>
                  <a:lnTo>
                    <a:pt x="3595" y="10"/>
                  </a:lnTo>
                  <a:lnTo>
                    <a:pt x="3598" y="9"/>
                  </a:lnTo>
                  <a:lnTo>
                    <a:pt x="3602" y="9"/>
                  </a:lnTo>
                  <a:lnTo>
                    <a:pt x="3605" y="9"/>
                  </a:lnTo>
                  <a:lnTo>
                    <a:pt x="3608" y="9"/>
                  </a:lnTo>
                  <a:lnTo>
                    <a:pt x="3612" y="9"/>
                  </a:lnTo>
                  <a:lnTo>
                    <a:pt x="3615" y="9"/>
                  </a:lnTo>
                  <a:lnTo>
                    <a:pt x="3618" y="9"/>
                  </a:lnTo>
                  <a:lnTo>
                    <a:pt x="3622" y="9"/>
                  </a:lnTo>
                  <a:lnTo>
                    <a:pt x="3625" y="8"/>
                  </a:lnTo>
                  <a:lnTo>
                    <a:pt x="3628" y="8"/>
                  </a:lnTo>
                  <a:lnTo>
                    <a:pt x="3632" y="8"/>
                  </a:lnTo>
                  <a:lnTo>
                    <a:pt x="3635" y="8"/>
                  </a:lnTo>
                  <a:lnTo>
                    <a:pt x="3638" y="8"/>
                  </a:lnTo>
                  <a:lnTo>
                    <a:pt x="3641" y="8"/>
                  </a:lnTo>
                  <a:lnTo>
                    <a:pt x="3645" y="8"/>
                  </a:lnTo>
                  <a:lnTo>
                    <a:pt x="3648" y="8"/>
                  </a:lnTo>
                  <a:lnTo>
                    <a:pt x="3651" y="8"/>
                  </a:lnTo>
                  <a:lnTo>
                    <a:pt x="3654" y="7"/>
                  </a:lnTo>
                  <a:lnTo>
                    <a:pt x="3657" y="7"/>
                  </a:lnTo>
                  <a:lnTo>
                    <a:pt x="3660" y="7"/>
                  </a:lnTo>
                  <a:lnTo>
                    <a:pt x="3664" y="7"/>
                  </a:lnTo>
                  <a:lnTo>
                    <a:pt x="3667" y="7"/>
                  </a:lnTo>
                  <a:lnTo>
                    <a:pt x="3670" y="7"/>
                  </a:lnTo>
                  <a:lnTo>
                    <a:pt x="3673" y="7"/>
                  </a:lnTo>
                  <a:lnTo>
                    <a:pt x="3676" y="7"/>
                  </a:lnTo>
                  <a:lnTo>
                    <a:pt x="3679" y="7"/>
                  </a:lnTo>
                  <a:lnTo>
                    <a:pt x="3682" y="7"/>
                  </a:lnTo>
                  <a:lnTo>
                    <a:pt x="3685" y="7"/>
                  </a:lnTo>
                  <a:lnTo>
                    <a:pt x="3688" y="6"/>
                  </a:lnTo>
                  <a:lnTo>
                    <a:pt x="3691" y="6"/>
                  </a:lnTo>
                  <a:lnTo>
                    <a:pt x="3694" y="6"/>
                  </a:lnTo>
                  <a:lnTo>
                    <a:pt x="3697" y="6"/>
                  </a:lnTo>
                  <a:lnTo>
                    <a:pt x="3700" y="6"/>
                  </a:lnTo>
                  <a:lnTo>
                    <a:pt x="3703" y="6"/>
                  </a:lnTo>
                  <a:lnTo>
                    <a:pt x="3706" y="6"/>
                  </a:lnTo>
                  <a:lnTo>
                    <a:pt x="3709" y="6"/>
                  </a:lnTo>
                  <a:lnTo>
                    <a:pt x="3712" y="6"/>
                  </a:lnTo>
                  <a:lnTo>
                    <a:pt x="3715" y="6"/>
                  </a:lnTo>
                  <a:lnTo>
                    <a:pt x="3718" y="6"/>
                  </a:lnTo>
                  <a:lnTo>
                    <a:pt x="3720" y="6"/>
                  </a:lnTo>
                  <a:lnTo>
                    <a:pt x="3723" y="6"/>
                  </a:lnTo>
                  <a:lnTo>
                    <a:pt x="3726" y="5"/>
                  </a:lnTo>
                  <a:lnTo>
                    <a:pt x="3729" y="5"/>
                  </a:lnTo>
                  <a:lnTo>
                    <a:pt x="3732" y="5"/>
                  </a:lnTo>
                  <a:lnTo>
                    <a:pt x="3735" y="5"/>
                  </a:lnTo>
                  <a:lnTo>
                    <a:pt x="3737" y="5"/>
                  </a:lnTo>
                  <a:lnTo>
                    <a:pt x="3740" y="5"/>
                  </a:lnTo>
                  <a:lnTo>
                    <a:pt x="3743" y="5"/>
                  </a:lnTo>
                  <a:lnTo>
                    <a:pt x="3746" y="5"/>
                  </a:lnTo>
                  <a:lnTo>
                    <a:pt x="3749" y="5"/>
                  </a:lnTo>
                  <a:lnTo>
                    <a:pt x="3751" y="5"/>
                  </a:lnTo>
                  <a:lnTo>
                    <a:pt x="3754" y="5"/>
                  </a:lnTo>
                  <a:lnTo>
                    <a:pt x="3757" y="5"/>
                  </a:lnTo>
                  <a:lnTo>
                    <a:pt x="3759" y="5"/>
                  </a:lnTo>
                  <a:lnTo>
                    <a:pt x="3762" y="5"/>
                  </a:lnTo>
                  <a:lnTo>
                    <a:pt x="3765" y="5"/>
                  </a:lnTo>
                  <a:lnTo>
                    <a:pt x="3768" y="5"/>
                  </a:lnTo>
                  <a:lnTo>
                    <a:pt x="3770" y="5"/>
                  </a:lnTo>
                  <a:lnTo>
                    <a:pt x="3773" y="4"/>
                  </a:lnTo>
                  <a:lnTo>
                    <a:pt x="3776" y="4"/>
                  </a:lnTo>
                  <a:lnTo>
                    <a:pt x="3778" y="4"/>
                  </a:lnTo>
                  <a:lnTo>
                    <a:pt x="3781" y="4"/>
                  </a:lnTo>
                  <a:lnTo>
                    <a:pt x="3783" y="4"/>
                  </a:lnTo>
                  <a:lnTo>
                    <a:pt x="3786" y="4"/>
                  </a:lnTo>
                  <a:lnTo>
                    <a:pt x="3789" y="4"/>
                  </a:lnTo>
                  <a:lnTo>
                    <a:pt x="3791" y="4"/>
                  </a:lnTo>
                  <a:lnTo>
                    <a:pt x="3794" y="4"/>
                  </a:lnTo>
                  <a:lnTo>
                    <a:pt x="3796" y="4"/>
                  </a:lnTo>
                  <a:lnTo>
                    <a:pt x="3799" y="4"/>
                  </a:lnTo>
                  <a:lnTo>
                    <a:pt x="3802" y="4"/>
                  </a:lnTo>
                  <a:lnTo>
                    <a:pt x="3804" y="4"/>
                  </a:lnTo>
                  <a:lnTo>
                    <a:pt x="3807" y="4"/>
                  </a:lnTo>
                  <a:lnTo>
                    <a:pt x="3809" y="4"/>
                  </a:lnTo>
                  <a:lnTo>
                    <a:pt x="3812" y="4"/>
                  </a:lnTo>
                  <a:lnTo>
                    <a:pt x="3814" y="4"/>
                  </a:lnTo>
                  <a:lnTo>
                    <a:pt x="3817" y="4"/>
                  </a:lnTo>
                  <a:lnTo>
                    <a:pt x="3819" y="4"/>
                  </a:lnTo>
                  <a:lnTo>
                    <a:pt x="3822" y="4"/>
                  </a:lnTo>
                  <a:lnTo>
                    <a:pt x="3824" y="4"/>
                  </a:lnTo>
                  <a:lnTo>
                    <a:pt x="3827" y="3"/>
                  </a:lnTo>
                  <a:lnTo>
                    <a:pt x="3829" y="3"/>
                  </a:lnTo>
                  <a:lnTo>
                    <a:pt x="3831" y="3"/>
                  </a:lnTo>
                  <a:lnTo>
                    <a:pt x="3834" y="3"/>
                  </a:lnTo>
                  <a:lnTo>
                    <a:pt x="3836" y="3"/>
                  </a:lnTo>
                  <a:lnTo>
                    <a:pt x="3839" y="3"/>
                  </a:lnTo>
                  <a:lnTo>
                    <a:pt x="3841" y="3"/>
                  </a:lnTo>
                  <a:lnTo>
                    <a:pt x="3844" y="3"/>
                  </a:lnTo>
                  <a:lnTo>
                    <a:pt x="3846" y="3"/>
                  </a:lnTo>
                  <a:lnTo>
                    <a:pt x="3848" y="3"/>
                  </a:lnTo>
                  <a:lnTo>
                    <a:pt x="3851" y="3"/>
                  </a:lnTo>
                  <a:lnTo>
                    <a:pt x="3853" y="3"/>
                  </a:lnTo>
                  <a:lnTo>
                    <a:pt x="3855" y="3"/>
                  </a:lnTo>
                  <a:lnTo>
                    <a:pt x="3858" y="3"/>
                  </a:lnTo>
                  <a:lnTo>
                    <a:pt x="3860" y="3"/>
                  </a:lnTo>
                  <a:lnTo>
                    <a:pt x="3862" y="3"/>
                  </a:lnTo>
                  <a:lnTo>
                    <a:pt x="3865" y="3"/>
                  </a:lnTo>
                  <a:lnTo>
                    <a:pt x="3867" y="3"/>
                  </a:lnTo>
                  <a:lnTo>
                    <a:pt x="3869" y="3"/>
                  </a:lnTo>
                  <a:lnTo>
                    <a:pt x="3872" y="3"/>
                  </a:lnTo>
                  <a:lnTo>
                    <a:pt x="3874" y="3"/>
                  </a:lnTo>
                  <a:lnTo>
                    <a:pt x="3876" y="3"/>
                  </a:lnTo>
                  <a:lnTo>
                    <a:pt x="3879" y="3"/>
                  </a:lnTo>
                  <a:lnTo>
                    <a:pt x="3881" y="3"/>
                  </a:lnTo>
                  <a:lnTo>
                    <a:pt x="3883" y="3"/>
                  </a:lnTo>
                  <a:lnTo>
                    <a:pt x="3885" y="3"/>
                  </a:lnTo>
                  <a:lnTo>
                    <a:pt x="3888" y="3"/>
                  </a:lnTo>
                  <a:lnTo>
                    <a:pt x="3890" y="3"/>
                  </a:lnTo>
                  <a:lnTo>
                    <a:pt x="3892" y="3"/>
                  </a:lnTo>
                  <a:lnTo>
                    <a:pt x="3894" y="3"/>
                  </a:lnTo>
                  <a:lnTo>
                    <a:pt x="3897" y="2"/>
                  </a:lnTo>
                  <a:lnTo>
                    <a:pt x="3899" y="2"/>
                  </a:lnTo>
                  <a:lnTo>
                    <a:pt x="3901" y="2"/>
                  </a:lnTo>
                  <a:lnTo>
                    <a:pt x="3903" y="2"/>
                  </a:lnTo>
                  <a:lnTo>
                    <a:pt x="3905" y="2"/>
                  </a:lnTo>
                  <a:lnTo>
                    <a:pt x="3908" y="2"/>
                  </a:lnTo>
                  <a:lnTo>
                    <a:pt x="3910" y="2"/>
                  </a:lnTo>
                  <a:lnTo>
                    <a:pt x="3912" y="2"/>
                  </a:lnTo>
                  <a:lnTo>
                    <a:pt x="3914" y="2"/>
                  </a:lnTo>
                  <a:lnTo>
                    <a:pt x="3916" y="2"/>
                  </a:lnTo>
                  <a:lnTo>
                    <a:pt x="3918" y="2"/>
                  </a:lnTo>
                  <a:lnTo>
                    <a:pt x="3920" y="2"/>
                  </a:lnTo>
                  <a:lnTo>
                    <a:pt x="3923" y="2"/>
                  </a:lnTo>
                  <a:lnTo>
                    <a:pt x="3925" y="2"/>
                  </a:lnTo>
                  <a:lnTo>
                    <a:pt x="3927" y="2"/>
                  </a:lnTo>
                  <a:lnTo>
                    <a:pt x="3929" y="2"/>
                  </a:lnTo>
                  <a:lnTo>
                    <a:pt x="3931" y="2"/>
                  </a:lnTo>
                  <a:lnTo>
                    <a:pt x="3933" y="2"/>
                  </a:lnTo>
                  <a:lnTo>
                    <a:pt x="3935" y="2"/>
                  </a:lnTo>
                  <a:lnTo>
                    <a:pt x="3937" y="2"/>
                  </a:lnTo>
                  <a:lnTo>
                    <a:pt x="3939" y="2"/>
                  </a:lnTo>
                  <a:lnTo>
                    <a:pt x="3942" y="2"/>
                  </a:lnTo>
                  <a:lnTo>
                    <a:pt x="3944" y="2"/>
                  </a:lnTo>
                  <a:lnTo>
                    <a:pt x="3946" y="2"/>
                  </a:lnTo>
                  <a:lnTo>
                    <a:pt x="3948" y="2"/>
                  </a:lnTo>
                  <a:lnTo>
                    <a:pt x="3950" y="2"/>
                  </a:lnTo>
                  <a:lnTo>
                    <a:pt x="3952" y="2"/>
                  </a:lnTo>
                  <a:lnTo>
                    <a:pt x="3954" y="2"/>
                  </a:lnTo>
                  <a:lnTo>
                    <a:pt x="3956" y="2"/>
                  </a:lnTo>
                  <a:lnTo>
                    <a:pt x="3958" y="2"/>
                  </a:lnTo>
                  <a:lnTo>
                    <a:pt x="3960" y="2"/>
                  </a:lnTo>
                  <a:lnTo>
                    <a:pt x="3962" y="2"/>
                  </a:lnTo>
                  <a:lnTo>
                    <a:pt x="3964" y="2"/>
                  </a:lnTo>
                  <a:lnTo>
                    <a:pt x="3966" y="2"/>
                  </a:lnTo>
                  <a:lnTo>
                    <a:pt x="3968" y="2"/>
                  </a:lnTo>
                  <a:lnTo>
                    <a:pt x="3970" y="2"/>
                  </a:lnTo>
                  <a:lnTo>
                    <a:pt x="3972" y="2"/>
                  </a:lnTo>
                  <a:lnTo>
                    <a:pt x="3974" y="2"/>
                  </a:lnTo>
                  <a:lnTo>
                    <a:pt x="3976" y="2"/>
                  </a:lnTo>
                  <a:lnTo>
                    <a:pt x="3978" y="2"/>
                  </a:lnTo>
                  <a:lnTo>
                    <a:pt x="3980" y="2"/>
                  </a:lnTo>
                  <a:lnTo>
                    <a:pt x="3982" y="2"/>
                  </a:lnTo>
                  <a:lnTo>
                    <a:pt x="3984" y="2"/>
                  </a:lnTo>
                  <a:lnTo>
                    <a:pt x="3986" y="2"/>
                  </a:lnTo>
                  <a:lnTo>
                    <a:pt x="3988" y="2"/>
                  </a:lnTo>
                  <a:lnTo>
                    <a:pt x="3990" y="2"/>
                  </a:lnTo>
                  <a:lnTo>
                    <a:pt x="3992" y="2"/>
                  </a:lnTo>
                  <a:lnTo>
                    <a:pt x="3993" y="2"/>
                  </a:lnTo>
                  <a:lnTo>
                    <a:pt x="3995" y="2"/>
                  </a:lnTo>
                  <a:lnTo>
                    <a:pt x="3997" y="2"/>
                  </a:lnTo>
                  <a:lnTo>
                    <a:pt x="3999" y="2"/>
                  </a:lnTo>
                  <a:lnTo>
                    <a:pt x="4001" y="1"/>
                  </a:lnTo>
                  <a:lnTo>
                    <a:pt x="4003" y="1"/>
                  </a:lnTo>
                  <a:lnTo>
                    <a:pt x="4005" y="1"/>
                  </a:lnTo>
                  <a:lnTo>
                    <a:pt x="4007" y="1"/>
                  </a:lnTo>
                  <a:lnTo>
                    <a:pt x="4009" y="1"/>
                  </a:lnTo>
                  <a:lnTo>
                    <a:pt x="4011" y="1"/>
                  </a:lnTo>
                  <a:lnTo>
                    <a:pt x="4012" y="1"/>
                  </a:lnTo>
                  <a:lnTo>
                    <a:pt x="4014" y="1"/>
                  </a:lnTo>
                  <a:lnTo>
                    <a:pt x="4016" y="1"/>
                  </a:lnTo>
                  <a:lnTo>
                    <a:pt x="4018" y="1"/>
                  </a:lnTo>
                  <a:lnTo>
                    <a:pt x="4020" y="1"/>
                  </a:lnTo>
                  <a:lnTo>
                    <a:pt x="4022" y="1"/>
                  </a:lnTo>
                  <a:lnTo>
                    <a:pt x="4024" y="1"/>
                  </a:lnTo>
                  <a:lnTo>
                    <a:pt x="4025" y="1"/>
                  </a:lnTo>
                  <a:lnTo>
                    <a:pt x="4027" y="1"/>
                  </a:lnTo>
                  <a:lnTo>
                    <a:pt x="4029" y="1"/>
                  </a:lnTo>
                  <a:lnTo>
                    <a:pt x="4031" y="1"/>
                  </a:lnTo>
                  <a:lnTo>
                    <a:pt x="4033" y="1"/>
                  </a:lnTo>
                  <a:lnTo>
                    <a:pt x="4034" y="1"/>
                  </a:lnTo>
                  <a:lnTo>
                    <a:pt x="4036" y="1"/>
                  </a:lnTo>
                  <a:lnTo>
                    <a:pt x="4038" y="1"/>
                  </a:lnTo>
                  <a:lnTo>
                    <a:pt x="4040" y="1"/>
                  </a:lnTo>
                  <a:lnTo>
                    <a:pt x="4042" y="1"/>
                  </a:lnTo>
                  <a:lnTo>
                    <a:pt x="4043" y="1"/>
                  </a:lnTo>
                  <a:lnTo>
                    <a:pt x="4045" y="1"/>
                  </a:lnTo>
                  <a:lnTo>
                    <a:pt x="4047" y="1"/>
                  </a:lnTo>
                  <a:lnTo>
                    <a:pt x="4049" y="1"/>
                  </a:lnTo>
                  <a:lnTo>
                    <a:pt x="4051" y="1"/>
                  </a:lnTo>
                  <a:lnTo>
                    <a:pt x="4052" y="1"/>
                  </a:lnTo>
                  <a:lnTo>
                    <a:pt x="4054" y="1"/>
                  </a:lnTo>
                  <a:lnTo>
                    <a:pt x="4056" y="1"/>
                  </a:lnTo>
                  <a:lnTo>
                    <a:pt x="4058" y="1"/>
                  </a:lnTo>
                  <a:lnTo>
                    <a:pt x="4059" y="1"/>
                  </a:lnTo>
                  <a:lnTo>
                    <a:pt x="4061" y="1"/>
                  </a:lnTo>
                  <a:lnTo>
                    <a:pt x="4063" y="1"/>
                  </a:lnTo>
                  <a:lnTo>
                    <a:pt x="4065" y="1"/>
                  </a:lnTo>
                  <a:lnTo>
                    <a:pt x="4066" y="1"/>
                  </a:lnTo>
                  <a:lnTo>
                    <a:pt x="4068" y="1"/>
                  </a:lnTo>
                  <a:lnTo>
                    <a:pt x="4070" y="1"/>
                  </a:lnTo>
                  <a:lnTo>
                    <a:pt x="4071" y="1"/>
                  </a:lnTo>
                  <a:lnTo>
                    <a:pt x="4073" y="1"/>
                  </a:lnTo>
                  <a:lnTo>
                    <a:pt x="4075" y="1"/>
                  </a:lnTo>
                  <a:lnTo>
                    <a:pt x="4077" y="1"/>
                  </a:lnTo>
                  <a:lnTo>
                    <a:pt x="4078" y="1"/>
                  </a:lnTo>
                  <a:lnTo>
                    <a:pt x="4080" y="1"/>
                  </a:lnTo>
                  <a:lnTo>
                    <a:pt x="4082" y="1"/>
                  </a:lnTo>
                  <a:lnTo>
                    <a:pt x="4083" y="1"/>
                  </a:lnTo>
                  <a:lnTo>
                    <a:pt x="4085" y="1"/>
                  </a:lnTo>
                  <a:lnTo>
                    <a:pt x="4087" y="1"/>
                  </a:lnTo>
                  <a:lnTo>
                    <a:pt x="4088" y="1"/>
                  </a:lnTo>
                  <a:lnTo>
                    <a:pt x="4090" y="1"/>
                  </a:lnTo>
                  <a:lnTo>
                    <a:pt x="4092" y="1"/>
                  </a:lnTo>
                  <a:lnTo>
                    <a:pt x="4093" y="1"/>
                  </a:lnTo>
                  <a:lnTo>
                    <a:pt x="4095" y="1"/>
                  </a:lnTo>
                  <a:lnTo>
                    <a:pt x="4097" y="1"/>
                  </a:lnTo>
                  <a:lnTo>
                    <a:pt x="4098" y="1"/>
                  </a:lnTo>
                  <a:lnTo>
                    <a:pt x="4100" y="1"/>
                  </a:lnTo>
                  <a:lnTo>
                    <a:pt x="4102" y="1"/>
                  </a:lnTo>
                  <a:lnTo>
                    <a:pt x="4103" y="1"/>
                  </a:lnTo>
                  <a:lnTo>
                    <a:pt x="4105" y="1"/>
                  </a:lnTo>
                  <a:lnTo>
                    <a:pt x="4107" y="1"/>
                  </a:lnTo>
                  <a:lnTo>
                    <a:pt x="4108" y="1"/>
                  </a:lnTo>
                  <a:lnTo>
                    <a:pt x="4110" y="1"/>
                  </a:lnTo>
                  <a:lnTo>
                    <a:pt x="4111" y="1"/>
                  </a:lnTo>
                  <a:lnTo>
                    <a:pt x="4113" y="1"/>
                  </a:lnTo>
                  <a:lnTo>
                    <a:pt x="4115" y="1"/>
                  </a:lnTo>
                  <a:lnTo>
                    <a:pt x="4116" y="1"/>
                  </a:lnTo>
                  <a:lnTo>
                    <a:pt x="4118" y="1"/>
                  </a:lnTo>
                  <a:lnTo>
                    <a:pt x="4119" y="1"/>
                  </a:lnTo>
                  <a:lnTo>
                    <a:pt x="4121" y="1"/>
                  </a:lnTo>
                  <a:lnTo>
                    <a:pt x="4123" y="1"/>
                  </a:lnTo>
                  <a:lnTo>
                    <a:pt x="4124" y="1"/>
                  </a:lnTo>
                  <a:lnTo>
                    <a:pt x="4126" y="1"/>
                  </a:lnTo>
                  <a:lnTo>
                    <a:pt x="4127" y="1"/>
                  </a:lnTo>
                  <a:lnTo>
                    <a:pt x="4129" y="1"/>
                  </a:lnTo>
                  <a:lnTo>
                    <a:pt x="4130" y="1"/>
                  </a:lnTo>
                  <a:lnTo>
                    <a:pt x="4132" y="1"/>
                  </a:lnTo>
                  <a:lnTo>
                    <a:pt x="4134" y="1"/>
                  </a:lnTo>
                  <a:lnTo>
                    <a:pt x="4135" y="1"/>
                  </a:lnTo>
                  <a:lnTo>
                    <a:pt x="4137" y="1"/>
                  </a:lnTo>
                  <a:lnTo>
                    <a:pt x="4138" y="1"/>
                  </a:lnTo>
                  <a:lnTo>
                    <a:pt x="4140" y="1"/>
                  </a:lnTo>
                  <a:lnTo>
                    <a:pt x="4141" y="1"/>
                  </a:lnTo>
                  <a:lnTo>
                    <a:pt x="4143" y="1"/>
                  </a:lnTo>
                  <a:lnTo>
                    <a:pt x="4144" y="1"/>
                  </a:lnTo>
                  <a:lnTo>
                    <a:pt x="4146" y="1"/>
                  </a:lnTo>
                  <a:lnTo>
                    <a:pt x="4148" y="1"/>
                  </a:lnTo>
                  <a:lnTo>
                    <a:pt x="4149" y="1"/>
                  </a:lnTo>
                  <a:lnTo>
                    <a:pt x="4151" y="1"/>
                  </a:lnTo>
                  <a:lnTo>
                    <a:pt x="4152" y="1"/>
                  </a:lnTo>
                  <a:lnTo>
                    <a:pt x="4154" y="1"/>
                  </a:lnTo>
                  <a:lnTo>
                    <a:pt x="4155" y="1"/>
                  </a:lnTo>
                  <a:lnTo>
                    <a:pt x="4157" y="1"/>
                  </a:lnTo>
                  <a:lnTo>
                    <a:pt x="4158" y="1"/>
                  </a:lnTo>
                  <a:lnTo>
                    <a:pt x="4160" y="1"/>
                  </a:lnTo>
                  <a:lnTo>
                    <a:pt x="4161" y="1"/>
                  </a:lnTo>
                  <a:lnTo>
                    <a:pt x="4163" y="1"/>
                  </a:lnTo>
                  <a:lnTo>
                    <a:pt x="4164" y="1"/>
                  </a:lnTo>
                  <a:lnTo>
                    <a:pt x="4166" y="1"/>
                  </a:lnTo>
                  <a:lnTo>
                    <a:pt x="4167" y="1"/>
                  </a:lnTo>
                  <a:lnTo>
                    <a:pt x="4169" y="1"/>
                  </a:lnTo>
                  <a:lnTo>
                    <a:pt x="4170" y="1"/>
                  </a:lnTo>
                  <a:lnTo>
                    <a:pt x="4172" y="1"/>
                  </a:lnTo>
                  <a:lnTo>
                    <a:pt x="4173" y="1"/>
                  </a:lnTo>
                  <a:lnTo>
                    <a:pt x="4175" y="1"/>
                  </a:lnTo>
                  <a:lnTo>
                    <a:pt x="4176" y="1"/>
                  </a:lnTo>
                  <a:lnTo>
                    <a:pt x="4178" y="1"/>
                  </a:lnTo>
                  <a:lnTo>
                    <a:pt x="4179" y="1"/>
                  </a:lnTo>
                  <a:lnTo>
                    <a:pt x="4180" y="1"/>
                  </a:lnTo>
                  <a:lnTo>
                    <a:pt x="4182" y="1"/>
                  </a:lnTo>
                  <a:lnTo>
                    <a:pt x="4183" y="1"/>
                  </a:lnTo>
                  <a:lnTo>
                    <a:pt x="4185" y="1"/>
                  </a:lnTo>
                  <a:lnTo>
                    <a:pt x="4186" y="1"/>
                  </a:lnTo>
                  <a:lnTo>
                    <a:pt x="4188" y="1"/>
                  </a:lnTo>
                  <a:lnTo>
                    <a:pt x="4189" y="1"/>
                  </a:lnTo>
                  <a:lnTo>
                    <a:pt x="4191" y="1"/>
                  </a:lnTo>
                  <a:lnTo>
                    <a:pt x="4192" y="1"/>
                  </a:lnTo>
                  <a:lnTo>
                    <a:pt x="4193" y="1"/>
                  </a:lnTo>
                  <a:lnTo>
                    <a:pt x="4195" y="1"/>
                  </a:lnTo>
                  <a:lnTo>
                    <a:pt x="4196" y="1"/>
                  </a:lnTo>
                  <a:lnTo>
                    <a:pt x="4198" y="1"/>
                  </a:lnTo>
                  <a:lnTo>
                    <a:pt x="4199" y="1"/>
                  </a:lnTo>
                  <a:lnTo>
                    <a:pt x="4201" y="1"/>
                  </a:lnTo>
                  <a:lnTo>
                    <a:pt x="4202" y="1"/>
                  </a:lnTo>
                  <a:lnTo>
                    <a:pt x="4203" y="1"/>
                  </a:lnTo>
                  <a:lnTo>
                    <a:pt x="4205" y="1"/>
                  </a:lnTo>
                  <a:lnTo>
                    <a:pt x="4206" y="1"/>
                  </a:lnTo>
                  <a:lnTo>
                    <a:pt x="4208" y="1"/>
                  </a:lnTo>
                  <a:lnTo>
                    <a:pt x="4209" y="1"/>
                  </a:lnTo>
                  <a:lnTo>
                    <a:pt x="4210" y="1"/>
                  </a:lnTo>
                  <a:lnTo>
                    <a:pt x="4212" y="1"/>
                  </a:lnTo>
                  <a:lnTo>
                    <a:pt x="4213" y="1"/>
                  </a:lnTo>
                  <a:lnTo>
                    <a:pt x="4215" y="1"/>
                  </a:lnTo>
                  <a:lnTo>
                    <a:pt x="4216" y="1"/>
                  </a:lnTo>
                  <a:lnTo>
                    <a:pt x="4217" y="1"/>
                  </a:lnTo>
                  <a:lnTo>
                    <a:pt x="4219" y="1"/>
                  </a:lnTo>
                  <a:lnTo>
                    <a:pt x="4220" y="1"/>
                  </a:lnTo>
                  <a:lnTo>
                    <a:pt x="4222" y="1"/>
                  </a:lnTo>
                  <a:lnTo>
                    <a:pt x="4223" y="1"/>
                  </a:lnTo>
                  <a:lnTo>
                    <a:pt x="4224" y="1"/>
                  </a:lnTo>
                  <a:lnTo>
                    <a:pt x="4226" y="1"/>
                  </a:lnTo>
                  <a:lnTo>
                    <a:pt x="4227" y="1"/>
                  </a:lnTo>
                  <a:lnTo>
                    <a:pt x="4228" y="0"/>
                  </a:lnTo>
                  <a:lnTo>
                    <a:pt x="4230" y="0"/>
                  </a:lnTo>
                  <a:lnTo>
                    <a:pt x="4231" y="0"/>
                  </a:lnTo>
                  <a:lnTo>
                    <a:pt x="4232" y="0"/>
                  </a:lnTo>
                  <a:lnTo>
                    <a:pt x="4234" y="0"/>
                  </a:lnTo>
                  <a:lnTo>
                    <a:pt x="4235" y="0"/>
                  </a:lnTo>
                  <a:lnTo>
                    <a:pt x="4237" y="0"/>
                  </a:lnTo>
                  <a:lnTo>
                    <a:pt x="4238" y="0"/>
                  </a:lnTo>
                  <a:lnTo>
                    <a:pt x="4239" y="0"/>
                  </a:lnTo>
                  <a:lnTo>
                    <a:pt x="4241" y="0"/>
                  </a:lnTo>
                  <a:lnTo>
                    <a:pt x="4242" y="0"/>
                  </a:lnTo>
                  <a:lnTo>
                    <a:pt x="4243" y="0"/>
                  </a:lnTo>
                  <a:lnTo>
                    <a:pt x="4245" y="0"/>
                  </a:lnTo>
                  <a:lnTo>
                    <a:pt x="4246" y="0"/>
                  </a:lnTo>
                  <a:lnTo>
                    <a:pt x="4247" y="0"/>
                  </a:lnTo>
                  <a:lnTo>
                    <a:pt x="4248" y="0"/>
                  </a:lnTo>
                  <a:lnTo>
                    <a:pt x="4250" y="0"/>
                  </a:lnTo>
                  <a:lnTo>
                    <a:pt x="4251" y="0"/>
                  </a:lnTo>
                  <a:lnTo>
                    <a:pt x="4252" y="0"/>
                  </a:lnTo>
                  <a:lnTo>
                    <a:pt x="4254" y="0"/>
                  </a:lnTo>
                  <a:lnTo>
                    <a:pt x="4255" y="0"/>
                  </a:lnTo>
                  <a:lnTo>
                    <a:pt x="4256" y="0"/>
                  </a:lnTo>
                  <a:lnTo>
                    <a:pt x="4258" y="0"/>
                  </a:lnTo>
                  <a:lnTo>
                    <a:pt x="4259" y="0"/>
                  </a:lnTo>
                  <a:lnTo>
                    <a:pt x="4260" y="0"/>
                  </a:lnTo>
                  <a:lnTo>
                    <a:pt x="4262" y="0"/>
                  </a:lnTo>
                  <a:lnTo>
                    <a:pt x="4263" y="0"/>
                  </a:lnTo>
                  <a:lnTo>
                    <a:pt x="4264" y="0"/>
                  </a:lnTo>
                  <a:lnTo>
                    <a:pt x="4265" y="0"/>
                  </a:lnTo>
                  <a:lnTo>
                    <a:pt x="4267" y="0"/>
                  </a:lnTo>
                  <a:lnTo>
                    <a:pt x="4268" y="0"/>
                  </a:lnTo>
                  <a:lnTo>
                    <a:pt x="4269" y="0"/>
                  </a:lnTo>
                  <a:lnTo>
                    <a:pt x="4271" y="0"/>
                  </a:lnTo>
                  <a:lnTo>
                    <a:pt x="4272" y="0"/>
                  </a:lnTo>
                  <a:lnTo>
                    <a:pt x="4273" y="0"/>
                  </a:lnTo>
                  <a:lnTo>
                    <a:pt x="4274" y="0"/>
                  </a:lnTo>
                  <a:lnTo>
                    <a:pt x="4276" y="0"/>
                  </a:lnTo>
                  <a:lnTo>
                    <a:pt x="4277" y="0"/>
                  </a:lnTo>
                  <a:lnTo>
                    <a:pt x="4278" y="0"/>
                  </a:lnTo>
                  <a:lnTo>
                    <a:pt x="4279" y="0"/>
                  </a:lnTo>
                  <a:lnTo>
                    <a:pt x="4281" y="0"/>
                  </a:lnTo>
                  <a:lnTo>
                    <a:pt x="4282" y="0"/>
                  </a:lnTo>
                  <a:lnTo>
                    <a:pt x="4283" y="0"/>
                  </a:lnTo>
                  <a:lnTo>
                    <a:pt x="4285" y="0"/>
                  </a:lnTo>
                  <a:lnTo>
                    <a:pt x="4286" y="0"/>
                  </a:lnTo>
                  <a:lnTo>
                    <a:pt x="4287" y="0"/>
                  </a:lnTo>
                  <a:lnTo>
                    <a:pt x="4288" y="0"/>
                  </a:lnTo>
                  <a:lnTo>
                    <a:pt x="4290" y="0"/>
                  </a:lnTo>
                  <a:lnTo>
                    <a:pt x="4291" y="0"/>
                  </a:lnTo>
                  <a:lnTo>
                    <a:pt x="4292" y="0"/>
                  </a:lnTo>
                  <a:lnTo>
                    <a:pt x="4293" y="0"/>
                  </a:lnTo>
                  <a:lnTo>
                    <a:pt x="4294" y="0"/>
                  </a:lnTo>
                  <a:lnTo>
                    <a:pt x="4296" y="0"/>
                  </a:lnTo>
                  <a:lnTo>
                    <a:pt x="4297" y="0"/>
                  </a:lnTo>
                  <a:lnTo>
                    <a:pt x="4298" y="0"/>
                  </a:lnTo>
                  <a:lnTo>
                    <a:pt x="4299" y="0"/>
                  </a:lnTo>
                  <a:lnTo>
                    <a:pt x="4301" y="0"/>
                  </a:lnTo>
                  <a:lnTo>
                    <a:pt x="4302" y="0"/>
                  </a:lnTo>
                  <a:lnTo>
                    <a:pt x="4303" y="0"/>
                  </a:lnTo>
                  <a:lnTo>
                    <a:pt x="4304" y="0"/>
                  </a:lnTo>
                  <a:lnTo>
                    <a:pt x="4305" y="0"/>
                  </a:lnTo>
                  <a:lnTo>
                    <a:pt x="4307" y="0"/>
                  </a:lnTo>
                  <a:lnTo>
                    <a:pt x="4308" y="0"/>
                  </a:lnTo>
                  <a:lnTo>
                    <a:pt x="4309" y="0"/>
                  </a:lnTo>
                  <a:lnTo>
                    <a:pt x="4310" y="0"/>
                  </a:lnTo>
                  <a:lnTo>
                    <a:pt x="4312" y="0"/>
                  </a:lnTo>
                  <a:lnTo>
                    <a:pt x="4313" y="0"/>
                  </a:lnTo>
                  <a:lnTo>
                    <a:pt x="4314" y="0"/>
                  </a:lnTo>
                  <a:lnTo>
                    <a:pt x="4315" y="0"/>
                  </a:lnTo>
                  <a:lnTo>
                    <a:pt x="4316" y="0"/>
                  </a:lnTo>
                  <a:lnTo>
                    <a:pt x="4318" y="0"/>
                  </a:lnTo>
                  <a:lnTo>
                    <a:pt x="4319" y="0"/>
                  </a:lnTo>
                  <a:lnTo>
                    <a:pt x="4320" y="0"/>
                  </a:lnTo>
                  <a:lnTo>
                    <a:pt x="4321" y="0"/>
                  </a:lnTo>
                  <a:lnTo>
                    <a:pt x="4322" y="0"/>
                  </a:lnTo>
                  <a:lnTo>
                    <a:pt x="4323" y="0"/>
                  </a:lnTo>
                  <a:lnTo>
                    <a:pt x="4325" y="0"/>
                  </a:lnTo>
                  <a:lnTo>
                    <a:pt x="4326" y="0"/>
                  </a:lnTo>
                  <a:lnTo>
                    <a:pt x="4327" y="0"/>
                  </a:lnTo>
                  <a:lnTo>
                    <a:pt x="4328" y="0"/>
                  </a:lnTo>
                  <a:lnTo>
                    <a:pt x="4329" y="0"/>
                  </a:lnTo>
                  <a:lnTo>
                    <a:pt x="4331" y="0"/>
                  </a:lnTo>
                  <a:lnTo>
                    <a:pt x="4332" y="0"/>
                  </a:lnTo>
                  <a:lnTo>
                    <a:pt x="4333" y="0"/>
                  </a:lnTo>
                  <a:lnTo>
                    <a:pt x="4334" y="0"/>
                  </a:lnTo>
                  <a:lnTo>
                    <a:pt x="4335" y="0"/>
                  </a:lnTo>
                  <a:lnTo>
                    <a:pt x="4336" y="0"/>
                  </a:lnTo>
                  <a:lnTo>
                    <a:pt x="4338" y="0"/>
                  </a:lnTo>
                  <a:lnTo>
                    <a:pt x="4339" y="0"/>
                  </a:lnTo>
                  <a:lnTo>
                    <a:pt x="4340" y="0"/>
                  </a:lnTo>
                  <a:lnTo>
                    <a:pt x="4341" y="0"/>
                  </a:lnTo>
                  <a:lnTo>
                    <a:pt x="4342" y="0"/>
                  </a:lnTo>
                  <a:lnTo>
                    <a:pt x="4343" y="0"/>
                  </a:lnTo>
                  <a:lnTo>
                    <a:pt x="4344" y="0"/>
                  </a:lnTo>
                  <a:lnTo>
                    <a:pt x="4346" y="0"/>
                  </a:lnTo>
                  <a:lnTo>
                    <a:pt x="4347" y="0"/>
                  </a:lnTo>
                  <a:lnTo>
                    <a:pt x="4348" y="0"/>
                  </a:lnTo>
                  <a:lnTo>
                    <a:pt x="4349" y="0"/>
                  </a:lnTo>
                  <a:lnTo>
                    <a:pt x="4350" y="0"/>
                  </a:lnTo>
                  <a:lnTo>
                    <a:pt x="4351" y="0"/>
                  </a:lnTo>
                  <a:lnTo>
                    <a:pt x="4352" y="0"/>
                  </a:lnTo>
                  <a:lnTo>
                    <a:pt x="4354" y="0"/>
                  </a:lnTo>
                  <a:lnTo>
                    <a:pt x="4355" y="0"/>
                  </a:lnTo>
                  <a:lnTo>
                    <a:pt x="4356" y="0"/>
                  </a:lnTo>
                  <a:lnTo>
                    <a:pt x="4357" y="0"/>
                  </a:lnTo>
                  <a:lnTo>
                    <a:pt x="4358" y="0"/>
                  </a:lnTo>
                  <a:lnTo>
                    <a:pt x="4359" y="0"/>
                  </a:lnTo>
                  <a:lnTo>
                    <a:pt x="4360" y="0"/>
                  </a:lnTo>
                  <a:lnTo>
                    <a:pt x="4361" y="0"/>
                  </a:lnTo>
                  <a:lnTo>
                    <a:pt x="4363" y="0"/>
                  </a:lnTo>
                  <a:lnTo>
                    <a:pt x="4364" y="0"/>
                  </a:lnTo>
                  <a:lnTo>
                    <a:pt x="4365" y="0"/>
                  </a:lnTo>
                  <a:lnTo>
                    <a:pt x="4366" y="0"/>
                  </a:lnTo>
                  <a:lnTo>
                    <a:pt x="4367" y="0"/>
                  </a:lnTo>
                  <a:lnTo>
                    <a:pt x="4368" y="0"/>
                  </a:lnTo>
                  <a:lnTo>
                    <a:pt x="4369" y="0"/>
                  </a:lnTo>
                  <a:lnTo>
                    <a:pt x="4370" y="0"/>
                  </a:lnTo>
                  <a:lnTo>
                    <a:pt x="4371" y="0"/>
                  </a:lnTo>
                  <a:lnTo>
                    <a:pt x="4373" y="0"/>
                  </a:lnTo>
                  <a:lnTo>
                    <a:pt x="4374" y="0"/>
                  </a:lnTo>
                  <a:lnTo>
                    <a:pt x="4375" y="0"/>
                  </a:lnTo>
                  <a:lnTo>
                    <a:pt x="4376" y="0"/>
                  </a:lnTo>
                  <a:lnTo>
                    <a:pt x="4377" y="0"/>
                  </a:lnTo>
                  <a:lnTo>
                    <a:pt x="4378" y="0"/>
                  </a:lnTo>
                  <a:lnTo>
                    <a:pt x="4379" y="0"/>
                  </a:lnTo>
                  <a:lnTo>
                    <a:pt x="4380" y="0"/>
                  </a:lnTo>
                  <a:lnTo>
                    <a:pt x="4381" y="0"/>
                  </a:lnTo>
                  <a:lnTo>
                    <a:pt x="4382" y="0"/>
                  </a:lnTo>
                  <a:lnTo>
                    <a:pt x="4383" y="0"/>
                  </a:lnTo>
                  <a:lnTo>
                    <a:pt x="4385" y="0"/>
                  </a:lnTo>
                  <a:lnTo>
                    <a:pt x="4386" y="0"/>
                  </a:lnTo>
                  <a:lnTo>
                    <a:pt x="4387" y="0"/>
                  </a:lnTo>
                  <a:lnTo>
                    <a:pt x="4388" y="0"/>
                  </a:lnTo>
                  <a:lnTo>
                    <a:pt x="4389" y="0"/>
                  </a:lnTo>
                  <a:lnTo>
                    <a:pt x="4390" y="0"/>
                  </a:lnTo>
                  <a:lnTo>
                    <a:pt x="4391" y="0"/>
                  </a:lnTo>
                  <a:lnTo>
                    <a:pt x="4392" y="0"/>
                  </a:lnTo>
                  <a:lnTo>
                    <a:pt x="4393" y="0"/>
                  </a:lnTo>
                  <a:lnTo>
                    <a:pt x="4394" y="0"/>
                  </a:lnTo>
                  <a:lnTo>
                    <a:pt x="4395" y="0"/>
                  </a:lnTo>
                  <a:lnTo>
                    <a:pt x="4396" y="0"/>
                  </a:lnTo>
                  <a:lnTo>
                    <a:pt x="4397" y="0"/>
                  </a:lnTo>
                  <a:lnTo>
                    <a:pt x="4398" y="0"/>
                  </a:lnTo>
                  <a:lnTo>
                    <a:pt x="4400" y="0"/>
                  </a:lnTo>
                  <a:lnTo>
                    <a:pt x="4401" y="0"/>
                  </a:lnTo>
                  <a:lnTo>
                    <a:pt x="4402" y="0"/>
                  </a:lnTo>
                  <a:lnTo>
                    <a:pt x="4403" y="0"/>
                  </a:lnTo>
                  <a:lnTo>
                    <a:pt x="4404" y="0"/>
                  </a:lnTo>
                  <a:lnTo>
                    <a:pt x="4405" y="0"/>
                  </a:lnTo>
                  <a:lnTo>
                    <a:pt x="4406" y="0"/>
                  </a:lnTo>
                  <a:lnTo>
                    <a:pt x="4407" y="0"/>
                  </a:lnTo>
                  <a:lnTo>
                    <a:pt x="4408" y="0"/>
                  </a:lnTo>
                  <a:lnTo>
                    <a:pt x="4409" y="0"/>
                  </a:lnTo>
                  <a:lnTo>
                    <a:pt x="4410" y="0"/>
                  </a:lnTo>
                  <a:lnTo>
                    <a:pt x="4411" y="0"/>
                  </a:lnTo>
                  <a:lnTo>
                    <a:pt x="4412" y="0"/>
                  </a:lnTo>
                  <a:lnTo>
                    <a:pt x="4413" y="0"/>
                  </a:lnTo>
                  <a:lnTo>
                    <a:pt x="4414" y="0"/>
                  </a:lnTo>
                  <a:lnTo>
                    <a:pt x="4415" y="0"/>
                  </a:lnTo>
                  <a:lnTo>
                    <a:pt x="4416" y="0"/>
                  </a:lnTo>
                  <a:lnTo>
                    <a:pt x="4417" y="0"/>
                  </a:lnTo>
                  <a:lnTo>
                    <a:pt x="4418" y="0"/>
                  </a:lnTo>
                  <a:lnTo>
                    <a:pt x="4419" y="0"/>
                  </a:lnTo>
                  <a:lnTo>
                    <a:pt x="4420" y="0"/>
                  </a:lnTo>
                  <a:lnTo>
                    <a:pt x="4421" y="0"/>
                  </a:lnTo>
                  <a:lnTo>
                    <a:pt x="4422" y="0"/>
                  </a:lnTo>
                  <a:lnTo>
                    <a:pt x="4423" y="0"/>
                  </a:lnTo>
                  <a:lnTo>
                    <a:pt x="4424" y="0"/>
                  </a:lnTo>
                  <a:lnTo>
                    <a:pt x="4425" y="0"/>
                  </a:lnTo>
                  <a:lnTo>
                    <a:pt x="4427" y="0"/>
                  </a:lnTo>
                  <a:lnTo>
                    <a:pt x="4428" y="0"/>
                  </a:lnTo>
                  <a:lnTo>
                    <a:pt x="4429" y="0"/>
                  </a:lnTo>
                  <a:lnTo>
                    <a:pt x="4430" y="0"/>
                  </a:lnTo>
                  <a:lnTo>
                    <a:pt x="4431" y="0"/>
                  </a:lnTo>
                  <a:lnTo>
                    <a:pt x="4432" y="0"/>
                  </a:lnTo>
                  <a:lnTo>
                    <a:pt x="4433" y="0"/>
                  </a:lnTo>
                  <a:lnTo>
                    <a:pt x="4434" y="0"/>
                  </a:lnTo>
                  <a:lnTo>
                    <a:pt x="4435" y="0"/>
                  </a:lnTo>
                  <a:lnTo>
                    <a:pt x="4436" y="0"/>
                  </a:lnTo>
                  <a:lnTo>
                    <a:pt x="4437" y="0"/>
                  </a:lnTo>
                  <a:lnTo>
                    <a:pt x="4438" y="0"/>
                  </a:lnTo>
                  <a:lnTo>
                    <a:pt x="4439" y="0"/>
                  </a:lnTo>
                  <a:lnTo>
                    <a:pt x="4440" y="0"/>
                  </a:lnTo>
                  <a:lnTo>
                    <a:pt x="4441" y="0"/>
                  </a:lnTo>
                  <a:lnTo>
                    <a:pt x="4442" y="0"/>
                  </a:lnTo>
                  <a:lnTo>
                    <a:pt x="4443" y="0"/>
                  </a:lnTo>
                  <a:lnTo>
                    <a:pt x="4444" y="0"/>
                  </a:lnTo>
                  <a:lnTo>
                    <a:pt x="4445" y="0"/>
                  </a:lnTo>
                  <a:lnTo>
                    <a:pt x="4446" y="0"/>
                  </a:lnTo>
                  <a:lnTo>
                    <a:pt x="4447" y="0"/>
                  </a:lnTo>
                  <a:lnTo>
                    <a:pt x="4448" y="0"/>
                  </a:lnTo>
                  <a:lnTo>
                    <a:pt x="4449" y="0"/>
                  </a:lnTo>
                  <a:lnTo>
                    <a:pt x="4449" y="0"/>
                  </a:lnTo>
                  <a:lnTo>
                    <a:pt x="4450" y="0"/>
                  </a:lnTo>
                  <a:lnTo>
                    <a:pt x="4451" y="0"/>
                  </a:lnTo>
                  <a:lnTo>
                    <a:pt x="4452" y="0"/>
                  </a:lnTo>
                  <a:lnTo>
                    <a:pt x="4453" y="0"/>
                  </a:lnTo>
                  <a:lnTo>
                    <a:pt x="4454" y="0"/>
                  </a:lnTo>
                  <a:lnTo>
                    <a:pt x="4455" y="0"/>
                  </a:lnTo>
                  <a:lnTo>
                    <a:pt x="4456" y="0"/>
                  </a:lnTo>
                  <a:lnTo>
                    <a:pt x="4457" y="0"/>
                  </a:lnTo>
                  <a:lnTo>
                    <a:pt x="4458" y="0"/>
                  </a:lnTo>
                  <a:lnTo>
                    <a:pt x="4459" y="0"/>
                  </a:lnTo>
                  <a:lnTo>
                    <a:pt x="4460" y="0"/>
                  </a:lnTo>
                  <a:lnTo>
                    <a:pt x="4461" y="0"/>
                  </a:lnTo>
                  <a:lnTo>
                    <a:pt x="4462" y="0"/>
                  </a:lnTo>
                  <a:lnTo>
                    <a:pt x="4463" y="0"/>
                  </a:lnTo>
                  <a:lnTo>
                    <a:pt x="4464" y="0"/>
                  </a:lnTo>
                  <a:lnTo>
                    <a:pt x="4465" y="0"/>
                  </a:lnTo>
                  <a:lnTo>
                    <a:pt x="4466" y="0"/>
                  </a:lnTo>
                  <a:lnTo>
                    <a:pt x="4467" y="0"/>
                  </a:lnTo>
                  <a:lnTo>
                    <a:pt x="4468" y="0"/>
                  </a:lnTo>
                  <a:lnTo>
                    <a:pt x="4469" y="0"/>
                  </a:lnTo>
                  <a:lnTo>
                    <a:pt x="4470" y="0"/>
                  </a:lnTo>
                  <a:lnTo>
                    <a:pt x="4471" y="0"/>
                  </a:lnTo>
                  <a:lnTo>
                    <a:pt x="4472" y="0"/>
                  </a:lnTo>
                  <a:lnTo>
                    <a:pt x="4473" y="0"/>
                  </a:lnTo>
                  <a:lnTo>
                    <a:pt x="4474" y="0"/>
                  </a:lnTo>
                  <a:lnTo>
                    <a:pt x="4475" y="0"/>
                  </a:lnTo>
                  <a:lnTo>
                    <a:pt x="4476" y="0"/>
                  </a:lnTo>
                  <a:lnTo>
                    <a:pt x="4476" y="0"/>
                  </a:lnTo>
                  <a:lnTo>
                    <a:pt x="4477" y="0"/>
                  </a:lnTo>
                  <a:lnTo>
                    <a:pt x="4478" y="0"/>
                  </a:lnTo>
                  <a:lnTo>
                    <a:pt x="4479" y="0"/>
                  </a:lnTo>
                  <a:lnTo>
                    <a:pt x="4480" y="0"/>
                  </a:lnTo>
                  <a:lnTo>
                    <a:pt x="4481" y="0"/>
                  </a:lnTo>
                  <a:lnTo>
                    <a:pt x="4482" y="0"/>
                  </a:lnTo>
                  <a:lnTo>
                    <a:pt x="4483" y="0"/>
                  </a:lnTo>
                  <a:lnTo>
                    <a:pt x="4484" y="0"/>
                  </a:lnTo>
                  <a:lnTo>
                    <a:pt x="4485" y="0"/>
                  </a:lnTo>
                  <a:lnTo>
                    <a:pt x="4486" y="0"/>
                  </a:lnTo>
                  <a:lnTo>
                    <a:pt x="4487" y="0"/>
                  </a:lnTo>
                  <a:lnTo>
                    <a:pt x="4488" y="0"/>
                  </a:lnTo>
                  <a:lnTo>
                    <a:pt x="4489" y="0"/>
                  </a:lnTo>
                  <a:lnTo>
                    <a:pt x="4490" y="0"/>
                  </a:lnTo>
                  <a:lnTo>
                    <a:pt x="4491" y="0"/>
                  </a:lnTo>
                  <a:lnTo>
                    <a:pt x="4491" y="0"/>
                  </a:lnTo>
                  <a:lnTo>
                    <a:pt x="4492" y="0"/>
                  </a:lnTo>
                  <a:lnTo>
                    <a:pt x="4493" y="0"/>
                  </a:lnTo>
                  <a:lnTo>
                    <a:pt x="4494" y="0"/>
                  </a:lnTo>
                  <a:lnTo>
                    <a:pt x="4495" y="0"/>
                  </a:lnTo>
                  <a:lnTo>
                    <a:pt x="4496" y="0"/>
                  </a:lnTo>
                  <a:lnTo>
                    <a:pt x="4497" y="0"/>
                  </a:lnTo>
                  <a:lnTo>
                    <a:pt x="4498" y="0"/>
                  </a:lnTo>
                  <a:lnTo>
                    <a:pt x="4499" y="0"/>
                  </a:lnTo>
                  <a:lnTo>
                    <a:pt x="4500" y="0"/>
                  </a:lnTo>
                  <a:lnTo>
                    <a:pt x="4501" y="0"/>
                  </a:lnTo>
                  <a:lnTo>
                    <a:pt x="4502" y="0"/>
                  </a:lnTo>
                  <a:lnTo>
                    <a:pt x="4502" y="0"/>
                  </a:lnTo>
                  <a:lnTo>
                    <a:pt x="4503" y="0"/>
                  </a:lnTo>
                  <a:lnTo>
                    <a:pt x="4504" y="0"/>
                  </a:lnTo>
                  <a:lnTo>
                    <a:pt x="4505" y="0"/>
                  </a:lnTo>
                  <a:lnTo>
                    <a:pt x="4506" y="0"/>
                  </a:lnTo>
                  <a:lnTo>
                    <a:pt x="4507" y="0"/>
                  </a:lnTo>
                  <a:lnTo>
                    <a:pt x="4508" y="0"/>
                  </a:lnTo>
                  <a:lnTo>
                    <a:pt x="4509" y="0"/>
                  </a:lnTo>
                  <a:lnTo>
                    <a:pt x="4510" y="0"/>
                  </a:lnTo>
                  <a:lnTo>
                    <a:pt x="4511" y="0"/>
                  </a:lnTo>
                  <a:lnTo>
                    <a:pt x="4511" y="0"/>
                  </a:lnTo>
                  <a:lnTo>
                    <a:pt x="4512" y="0"/>
                  </a:lnTo>
                  <a:lnTo>
                    <a:pt x="4513" y="0"/>
                  </a:lnTo>
                  <a:lnTo>
                    <a:pt x="4514" y="0"/>
                  </a:lnTo>
                  <a:lnTo>
                    <a:pt x="4515" y="0"/>
                  </a:lnTo>
                  <a:lnTo>
                    <a:pt x="4516" y="0"/>
                  </a:lnTo>
                  <a:lnTo>
                    <a:pt x="4517" y="0"/>
                  </a:lnTo>
                  <a:lnTo>
                    <a:pt x="4518" y="0"/>
                  </a:lnTo>
                  <a:lnTo>
                    <a:pt x="4519" y="0"/>
                  </a:lnTo>
                  <a:lnTo>
                    <a:pt x="4520" y="0"/>
                  </a:lnTo>
                  <a:lnTo>
                    <a:pt x="4520" y="0"/>
                  </a:lnTo>
                  <a:lnTo>
                    <a:pt x="4521" y="0"/>
                  </a:lnTo>
                  <a:lnTo>
                    <a:pt x="4522" y="0"/>
                  </a:lnTo>
                  <a:lnTo>
                    <a:pt x="4523" y="0"/>
                  </a:lnTo>
                  <a:lnTo>
                    <a:pt x="4524" y="0"/>
                  </a:lnTo>
                  <a:lnTo>
                    <a:pt x="4525" y="0"/>
                  </a:lnTo>
                  <a:lnTo>
                    <a:pt x="4526" y="0"/>
                  </a:lnTo>
                  <a:lnTo>
                    <a:pt x="4527" y="0"/>
                  </a:lnTo>
                  <a:lnTo>
                    <a:pt x="4527" y="0"/>
                  </a:lnTo>
                  <a:lnTo>
                    <a:pt x="4528" y="0"/>
                  </a:lnTo>
                  <a:lnTo>
                    <a:pt x="4529" y="0"/>
                  </a:lnTo>
                  <a:lnTo>
                    <a:pt x="4530" y="0"/>
                  </a:lnTo>
                  <a:lnTo>
                    <a:pt x="4531" y="0"/>
                  </a:lnTo>
                  <a:lnTo>
                    <a:pt x="4532" y="0"/>
                  </a:lnTo>
                  <a:lnTo>
                    <a:pt x="4533" y="0"/>
                  </a:lnTo>
                  <a:lnTo>
                    <a:pt x="4534" y="0"/>
                  </a:lnTo>
                  <a:lnTo>
                    <a:pt x="4534" y="0"/>
                  </a:lnTo>
                  <a:lnTo>
                    <a:pt x="4535" y="0"/>
                  </a:lnTo>
                  <a:lnTo>
                    <a:pt x="4536" y="0"/>
                  </a:lnTo>
                  <a:lnTo>
                    <a:pt x="4537" y="0"/>
                  </a:lnTo>
                  <a:lnTo>
                    <a:pt x="4538" y="0"/>
                  </a:lnTo>
                  <a:lnTo>
                    <a:pt x="4539" y="0"/>
                  </a:lnTo>
                  <a:lnTo>
                    <a:pt x="4540" y="0"/>
                  </a:lnTo>
                  <a:lnTo>
                    <a:pt x="4540" y="0"/>
                  </a:lnTo>
                  <a:lnTo>
                    <a:pt x="4541" y="0"/>
                  </a:lnTo>
                  <a:lnTo>
                    <a:pt x="4542" y="0"/>
                  </a:lnTo>
                  <a:lnTo>
                    <a:pt x="4543" y="0"/>
                  </a:lnTo>
                  <a:lnTo>
                    <a:pt x="4544" y="0"/>
                  </a:lnTo>
                  <a:lnTo>
                    <a:pt x="4545" y="0"/>
                  </a:lnTo>
                  <a:lnTo>
                    <a:pt x="4546" y="0"/>
                  </a:lnTo>
                  <a:lnTo>
                    <a:pt x="4546" y="0"/>
                  </a:lnTo>
                  <a:lnTo>
                    <a:pt x="4547" y="0"/>
                  </a:lnTo>
                  <a:lnTo>
                    <a:pt x="4548" y="0"/>
                  </a:lnTo>
                  <a:lnTo>
                    <a:pt x="4549" y="0"/>
                  </a:lnTo>
                  <a:lnTo>
                    <a:pt x="4550" y="0"/>
                  </a:lnTo>
                  <a:lnTo>
                    <a:pt x="4551" y="0"/>
                  </a:lnTo>
                  <a:lnTo>
                    <a:pt x="4552" y="0"/>
                  </a:lnTo>
                  <a:lnTo>
                    <a:pt x="4552" y="0"/>
                  </a:lnTo>
                  <a:lnTo>
                    <a:pt x="4553" y="0"/>
                  </a:lnTo>
                  <a:lnTo>
                    <a:pt x="4554" y="0"/>
                  </a:lnTo>
                  <a:lnTo>
                    <a:pt x="4555" y="0"/>
                  </a:lnTo>
                  <a:lnTo>
                    <a:pt x="4556" y="0"/>
                  </a:lnTo>
                  <a:lnTo>
                    <a:pt x="4557" y="0"/>
                  </a:lnTo>
                  <a:lnTo>
                    <a:pt x="4557" y="0"/>
                  </a:lnTo>
                  <a:lnTo>
                    <a:pt x="4558" y="0"/>
                  </a:lnTo>
                  <a:lnTo>
                    <a:pt x="4559" y="0"/>
                  </a:lnTo>
                  <a:lnTo>
                    <a:pt x="4560" y="0"/>
                  </a:lnTo>
                  <a:lnTo>
                    <a:pt x="4561" y="0"/>
                  </a:lnTo>
                  <a:lnTo>
                    <a:pt x="4562" y="0"/>
                  </a:lnTo>
                  <a:lnTo>
                    <a:pt x="4562" y="0"/>
                  </a:lnTo>
                  <a:lnTo>
                    <a:pt x="4563" y="0"/>
                  </a:lnTo>
                  <a:lnTo>
                    <a:pt x="4564" y="0"/>
                  </a:lnTo>
                  <a:lnTo>
                    <a:pt x="4565" y="0"/>
                  </a:lnTo>
                  <a:lnTo>
                    <a:pt x="4566" y="0"/>
                  </a:lnTo>
                  <a:lnTo>
                    <a:pt x="4567" y="0"/>
                  </a:lnTo>
                  <a:lnTo>
                    <a:pt x="4567" y="0"/>
                  </a:lnTo>
                  <a:lnTo>
                    <a:pt x="4568" y="0"/>
                  </a:lnTo>
                  <a:lnTo>
                    <a:pt x="4569" y="0"/>
                  </a:lnTo>
                  <a:lnTo>
                    <a:pt x="4570" y="0"/>
                  </a:lnTo>
                  <a:lnTo>
                    <a:pt x="4571" y="0"/>
                  </a:lnTo>
                  <a:lnTo>
                    <a:pt x="4572" y="0"/>
                  </a:lnTo>
                  <a:lnTo>
                    <a:pt x="4572" y="0"/>
                  </a:lnTo>
                  <a:lnTo>
                    <a:pt x="4573" y="0"/>
                  </a:lnTo>
                  <a:lnTo>
                    <a:pt x="4574" y="0"/>
                  </a:lnTo>
                  <a:lnTo>
                    <a:pt x="4575" y="0"/>
                  </a:lnTo>
                  <a:lnTo>
                    <a:pt x="4576" y="0"/>
                  </a:lnTo>
                  <a:lnTo>
                    <a:pt x="4576" y="0"/>
                  </a:lnTo>
                  <a:lnTo>
                    <a:pt x="4577" y="0"/>
                  </a:lnTo>
                  <a:lnTo>
                    <a:pt x="4578" y="0"/>
                  </a:lnTo>
                  <a:lnTo>
                    <a:pt x="4579" y="0"/>
                  </a:lnTo>
                  <a:lnTo>
                    <a:pt x="4580" y="0"/>
                  </a:lnTo>
                  <a:lnTo>
                    <a:pt x="4581" y="0"/>
                  </a:lnTo>
                  <a:lnTo>
                    <a:pt x="4581" y="0"/>
                  </a:lnTo>
                  <a:lnTo>
                    <a:pt x="4582" y="0"/>
                  </a:lnTo>
                  <a:lnTo>
                    <a:pt x="4583" y="0"/>
                  </a:lnTo>
                  <a:lnTo>
                    <a:pt x="4584" y="0"/>
                  </a:lnTo>
                  <a:lnTo>
                    <a:pt x="4585" y="0"/>
                  </a:lnTo>
                  <a:lnTo>
                    <a:pt x="4585" y="0"/>
                  </a:lnTo>
                  <a:lnTo>
                    <a:pt x="4586" y="0"/>
                  </a:lnTo>
                  <a:lnTo>
                    <a:pt x="4587" y="0"/>
                  </a:lnTo>
                  <a:lnTo>
                    <a:pt x="4588" y="0"/>
                  </a:lnTo>
                  <a:lnTo>
                    <a:pt x="4589" y="0"/>
                  </a:lnTo>
                  <a:lnTo>
                    <a:pt x="4589" y="0"/>
                  </a:lnTo>
                  <a:lnTo>
                    <a:pt x="4590" y="0"/>
                  </a:lnTo>
                  <a:lnTo>
                    <a:pt x="4591" y="0"/>
                  </a:lnTo>
                  <a:lnTo>
                    <a:pt x="4592" y="0"/>
                  </a:lnTo>
                  <a:lnTo>
                    <a:pt x="4593" y="0"/>
                  </a:lnTo>
                  <a:lnTo>
                    <a:pt x="4593" y="0"/>
                  </a:lnTo>
                  <a:lnTo>
                    <a:pt x="4594" y="0"/>
                  </a:lnTo>
                  <a:lnTo>
                    <a:pt x="4595" y="0"/>
                  </a:lnTo>
                  <a:lnTo>
                    <a:pt x="4596" y="0"/>
                  </a:lnTo>
                  <a:lnTo>
                    <a:pt x="4597" y="0"/>
                  </a:lnTo>
                  <a:lnTo>
                    <a:pt x="4597" y="0"/>
                  </a:lnTo>
                  <a:lnTo>
                    <a:pt x="4598" y="0"/>
                  </a:lnTo>
                  <a:lnTo>
                    <a:pt x="4599" y="0"/>
                  </a:lnTo>
                  <a:lnTo>
                    <a:pt x="4600" y="0"/>
                  </a:lnTo>
                  <a:lnTo>
                    <a:pt x="4601" y="0"/>
                  </a:lnTo>
                  <a:lnTo>
                    <a:pt x="4601" y="0"/>
                  </a:lnTo>
                  <a:lnTo>
                    <a:pt x="4602" y="0"/>
                  </a:lnTo>
                  <a:lnTo>
                    <a:pt x="4603" y="0"/>
                  </a:lnTo>
                  <a:lnTo>
                    <a:pt x="4604" y="0"/>
                  </a:lnTo>
                  <a:lnTo>
                    <a:pt x="4604" y="0"/>
                  </a:lnTo>
                  <a:lnTo>
                    <a:pt x="4605" y="0"/>
                  </a:lnTo>
                  <a:lnTo>
                    <a:pt x="4606" y="0"/>
                  </a:lnTo>
                  <a:lnTo>
                    <a:pt x="4607" y="0"/>
                  </a:lnTo>
                  <a:lnTo>
                    <a:pt x="4608" y="0"/>
                  </a:lnTo>
                  <a:lnTo>
                    <a:pt x="4608" y="0"/>
                  </a:lnTo>
                  <a:lnTo>
                    <a:pt x="4609" y="0"/>
                  </a:lnTo>
                  <a:lnTo>
                    <a:pt x="4610" y="0"/>
                  </a:lnTo>
                  <a:lnTo>
                    <a:pt x="4611" y="0"/>
                  </a:lnTo>
                  <a:lnTo>
                    <a:pt x="4611" y="0"/>
                  </a:lnTo>
                  <a:lnTo>
                    <a:pt x="4612" y="0"/>
                  </a:lnTo>
                  <a:lnTo>
                    <a:pt x="4613" y="0"/>
                  </a:lnTo>
                  <a:lnTo>
                    <a:pt x="4614" y="0"/>
                  </a:lnTo>
                  <a:lnTo>
                    <a:pt x="4615" y="0"/>
                  </a:lnTo>
                  <a:lnTo>
                    <a:pt x="4615" y="0"/>
                  </a:lnTo>
                  <a:lnTo>
                    <a:pt x="4616" y="0"/>
                  </a:lnTo>
                  <a:lnTo>
                    <a:pt x="4617" y="0"/>
                  </a:lnTo>
                  <a:lnTo>
                    <a:pt x="4618" y="0"/>
                  </a:lnTo>
                  <a:lnTo>
                    <a:pt x="4618" y="0"/>
                  </a:lnTo>
                  <a:lnTo>
                    <a:pt x="4619" y="0"/>
                  </a:lnTo>
                  <a:lnTo>
                    <a:pt x="4620" y="0"/>
                  </a:lnTo>
                  <a:lnTo>
                    <a:pt x="4621" y="0"/>
                  </a:lnTo>
                  <a:lnTo>
                    <a:pt x="4621" y="0"/>
                  </a:lnTo>
                  <a:lnTo>
                    <a:pt x="4622" y="0"/>
                  </a:lnTo>
                  <a:lnTo>
                    <a:pt x="4623" y="0"/>
                  </a:lnTo>
                  <a:lnTo>
                    <a:pt x="4624" y="0"/>
                  </a:lnTo>
                  <a:lnTo>
                    <a:pt x="4625" y="0"/>
                  </a:lnTo>
                  <a:lnTo>
                    <a:pt x="4625" y="0"/>
                  </a:lnTo>
                  <a:lnTo>
                    <a:pt x="4626" y="0"/>
                  </a:lnTo>
                  <a:lnTo>
                    <a:pt x="4627" y="0"/>
                  </a:lnTo>
                  <a:lnTo>
                    <a:pt x="4628" y="0"/>
                  </a:lnTo>
                  <a:lnTo>
                    <a:pt x="4628" y="0"/>
                  </a:lnTo>
                  <a:lnTo>
                    <a:pt x="4629" y="0"/>
                  </a:lnTo>
                  <a:lnTo>
                    <a:pt x="4630" y="0"/>
                  </a:lnTo>
                  <a:lnTo>
                    <a:pt x="4631" y="0"/>
                  </a:lnTo>
                  <a:lnTo>
                    <a:pt x="4631" y="0"/>
                  </a:lnTo>
                  <a:lnTo>
                    <a:pt x="4632" y="0"/>
                  </a:lnTo>
                  <a:lnTo>
                    <a:pt x="4633" y="0"/>
                  </a:lnTo>
                  <a:lnTo>
                    <a:pt x="4634" y="0"/>
                  </a:lnTo>
                  <a:lnTo>
                    <a:pt x="4634" y="0"/>
                  </a:lnTo>
                  <a:lnTo>
                    <a:pt x="4635" y="0"/>
                  </a:lnTo>
                  <a:lnTo>
                    <a:pt x="4636" y="0"/>
                  </a:lnTo>
                  <a:lnTo>
                    <a:pt x="4637" y="0"/>
                  </a:lnTo>
                  <a:lnTo>
                    <a:pt x="4637" y="0"/>
                  </a:lnTo>
                  <a:lnTo>
                    <a:pt x="4638" y="0"/>
                  </a:lnTo>
                  <a:lnTo>
                    <a:pt x="4639" y="0"/>
                  </a:lnTo>
                  <a:lnTo>
                    <a:pt x="4640" y="0"/>
                  </a:lnTo>
                  <a:lnTo>
                    <a:pt x="4640" y="0"/>
                  </a:lnTo>
                  <a:lnTo>
                    <a:pt x="4641" y="0"/>
                  </a:lnTo>
                  <a:lnTo>
                    <a:pt x="4642" y="0"/>
                  </a:lnTo>
                  <a:lnTo>
                    <a:pt x="4643" y="0"/>
                  </a:lnTo>
                  <a:lnTo>
                    <a:pt x="4643" y="0"/>
                  </a:lnTo>
                  <a:lnTo>
                    <a:pt x="4644" y="0"/>
                  </a:lnTo>
                  <a:lnTo>
                    <a:pt x="4645" y="0"/>
                  </a:lnTo>
                  <a:lnTo>
                    <a:pt x="4645" y="0"/>
                  </a:lnTo>
                  <a:lnTo>
                    <a:pt x="4646" y="0"/>
                  </a:lnTo>
                  <a:lnTo>
                    <a:pt x="4647" y="0"/>
                  </a:lnTo>
                  <a:lnTo>
                    <a:pt x="4648" y="0"/>
                  </a:lnTo>
                  <a:lnTo>
                    <a:pt x="4648" y="0"/>
                  </a:lnTo>
                  <a:lnTo>
                    <a:pt x="4649" y="0"/>
                  </a:lnTo>
                  <a:lnTo>
                    <a:pt x="4650" y="0"/>
                  </a:lnTo>
                  <a:lnTo>
                    <a:pt x="4651" y="0"/>
                  </a:lnTo>
                  <a:lnTo>
                    <a:pt x="4651" y="0"/>
                  </a:lnTo>
                  <a:lnTo>
                    <a:pt x="4652" y="0"/>
                  </a:lnTo>
                  <a:lnTo>
                    <a:pt x="4653" y="0"/>
                  </a:lnTo>
                  <a:lnTo>
                    <a:pt x="4654" y="0"/>
                  </a:lnTo>
                  <a:lnTo>
                    <a:pt x="4654" y="0"/>
                  </a:lnTo>
                  <a:lnTo>
                    <a:pt x="4655" y="0"/>
                  </a:lnTo>
                  <a:lnTo>
                    <a:pt x="4656" y="0"/>
                  </a:lnTo>
                  <a:lnTo>
                    <a:pt x="4656" y="0"/>
                  </a:lnTo>
                  <a:lnTo>
                    <a:pt x="4657" y="0"/>
                  </a:lnTo>
                  <a:lnTo>
                    <a:pt x="4658" y="0"/>
                  </a:lnTo>
                  <a:lnTo>
                    <a:pt x="4659" y="0"/>
                  </a:lnTo>
                  <a:lnTo>
                    <a:pt x="4659" y="0"/>
                  </a:lnTo>
                  <a:lnTo>
                    <a:pt x="4660" y="0"/>
                  </a:lnTo>
                  <a:lnTo>
                    <a:pt x="4661" y="0"/>
                  </a:lnTo>
                  <a:lnTo>
                    <a:pt x="4662" y="0"/>
                  </a:lnTo>
                  <a:lnTo>
                    <a:pt x="4662" y="0"/>
                  </a:lnTo>
                  <a:lnTo>
                    <a:pt x="4663" y="0"/>
                  </a:lnTo>
                  <a:lnTo>
                    <a:pt x="4664" y="0"/>
                  </a:lnTo>
                  <a:lnTo>
                    <a:pt x="4664" y="0"/>
                  </a:lnTo>
                  <a:lnTo>
                    <a:pt x="4665" y="0"/>
                  </a:lnTo>
                  <a:lnTo>
                    <a:pt x="4666" y="0"/>
                  </a:lnTo>
                  <a:lnTo>
                    <a:pt x="4667" y="0"/>
                  </a:lnTo>
                  <a:lnTo>
                    <a:pt x="4667" y="0"/>
                  </a:lnTo>
                  <a:lnTo>
                    <a:pt x="4668" y="0"/>
                  </a:lnTo>
                  <a:lnTo>
                    <a:pt x="4669" y="0"/>
                  </a:lnTo>
                  <a:lnTo>
                    <a:pt x="4669" y="0"/>
                  </a:lnTo>
                  <a:lnTo>
                    <a:pt x="4670" y="0"/>
                  </a:lnTo>
                  <a:lnTo>
                    <a:pt x="4671" y="0"/>
                  </a:lnTo>
                  <a:lnTo>
                    <a:pt x="4672" y="0"/>
                  </a:lnTo>
                  <a:lnTo>
                    <a:pt x="4672" y="0"/>
                  </a:lnTo>
                  <a:lnTo>
                    <a:pt x="4673" y="0"/>
                  </a:lnTo>
                  <a:lnTo>
                    <a:pt x="4674" y="0"/>
                  </a:lnTo>
                  <a:lnTo>
                    <a:pt x="4674" y="0"/>
                  </a:lnTo>
                  <a:lnTo>
                    <a:pt x="4675" y="0"/>
                  </a:lnTo>
                  <a:lnTo>
                    <a:pt x="4676" y="0"/>
                  </a:lnTo>
                  <a:lnTo>
                    <a:pt x="4676" y="0"/>
                  </a:lnTo>
                  <a:lnTo>
                    <a:pt x="4677" y="0"/>
                  </a:lnTo>
                  <a:lnTo>
                    <a:pt x="4678" y="0"/>
                  </a:lnTo>
                  <a:lnTo>
                    <a:pt x="4679" y="0"/>
                  </a:lnTo>
                  <a:lnTo>
                    <a:pt x="4679" y="0"/>
                  </a:lnTo>
                  <a:lnTo>
                    <a:pt x="4680" y="0"/>
                  </a:lnTo>
                  <a:lnTo>
                    <a:pt x="4681" y="0"/>
                  </a:lnTo>
                  <a:lnTo>
                    <a:pt x="4681" y="0"/>
                  </a:lnTo>
                  <a:lnTo>
                    <a:pt x="4682" y="0"/>
                  </a:lnTo>
                  <a:lnTo>
                    <a:pt x="4683" y="0"/>
                  </a:lnTo>
                  <a:lnTo>
                    <a:pt x="4683" y="0"/>
                  </a:lnTo>
                  <a:lnTo>
                    <a:pt x="4684" y="0"/>
                  </a:lnTo>
                  <a:lnTo>
                    <a:pt x="4685" y="0"/>
                  </a:lnTo>
                  <a:lnTo>
                    <a:pt x="4686" y="0"/>
                  </a:lnTo>
                  <a:lnTo>
                    <a:pt x="4686" y="0"/>
                  </a:lnTo>
                  <a:lnTo>
                    <a:pt x="4687" y="0"/>
                  </a:lnTo>
                  <a:lnTo>
                    <a:pt x="4688" y="0"/>
                  </a:lnTo>
                  <a:lnTo>
                    <a:pt x="4688" y="0"/>
                  </a:lnTo>
                  <a:lnTo>
                    <a:pt x="4689" y="0"/>
                  </a:lnTo>
                  <a:lnTo>
                    <a:pt x="4690" y="0"/>
                  </a:lnTo>
                  <a:lnTo>
                    <a:pt x="4690" y="0"/>
                  </a:lnTo>
                  <a:lnTo>
                    <a:pt x="4691" y="0"/>
                  </a:lnTo>
                  <a:lnTo>
                    <a:pt x="4692" y="0"/>
                  </a:lnTo>
                  <a:lnTo>
                    <a:pt x="4692" y="0"/>
                  </a:lnTo>
                  <a:lnTo>
                    <a:pt x="4693" y="0"/>
                  </a:lnTo>
                  <a:lnTo>
                    <a:pt x="4694" y="0"/>
                  </a:lnTo>
                  <a:lnTo>
                    <a:pt x="4695" y="0"/>
                  </a:lnTo>
                  <a:lnTo>
                    <a:pt x="4695" y="0"/>
                  </a:lnTo>
                  <a:lnTo>
                    <a:pt x="4696" y="0"/>
                  </a:lnTo>
                  <a:lnTo>
                    <a:pt x="4697" y="0"/>
                  </a:lnTo>
                  <a:lnTo>
                    <a:pt x="4697" y="0"/>
                  </a:lnTo>
                  <a:lnTo>
                    <a:pt x="4698" y="0"/>
                  </a:lnTo>
                  <a:lnTo>
                    <a:pt x="4699" y="0"/>
                  </a:lnTo>
                  <a:lnTo>
                    <a:pt x="4699" y="0"/>
                  </a:lnTo>
                  <a:lnTo>
                    <a:pt x="4700" y="0"/>
                  </a:lnTo>
                  <a:lnTo>
                    <a:pt x="4700" y="0"/>
                  </a:lnTo>
                  <a:lnTo>
                    <a:pt x="4699" y="0"/>
                  </a:lnTo>
                  <a:lnTo>
                    <a:pt x="4699" y="0"/>
                  </a:lnTo>
                  <a:lnTo>
                    <a:pt x="4698" y="0"/>
                  </a:lnTo>
                  <a:lnTo>
                    <a:pt x="4697" y="0"/>
                  </a:lnTo>
                  <a:lnTo>
                    <a:pt x="4697" y="0"/>
                  </a:lnTo>
                  <a:lnTo>
                    <a:pt x="4696" y="0"/>
                  </a:lnTo>
                  <a:lnTo>
                    <a:pt x="4695" y="0"/>
                  </a:lnTo>
                  <a:lnTo>
                    <a:pt x="4695" y="0"/>
                  </a:lnTo>
                  <a:lnTo>
                    <a:pt x="4694" y="0"/>
                  </a:lnTo>
                  <a:lnTo>
                    <a:pt x="4693" y="0"/>
                  </a:lnTo>
                  <a:lnTo>
                    <a:pt x="4692" y="0"/>
                  </a:lnTo>
                  <a:lnTo>
                    <a:pt x="4692" y="0"/>
                  </a:lnTo>
                  <a:lnTo>
                    <a:pt x="4691" y="0"/>
                  </a:lnTo>
                  <a:lnTo>
                    <a:pt x="4690" y="0"/>
                  </a:lnTo>
                  <a:lnTo>
                    <a:pt x="4690" y="0"/>
                  </a:lnTo>
                  <a:lnTo>
                    <a:pt x="4689" y="0"/>
                  </a:lnTo>
                  <a:lnTo>
                    <a:pt x="4688" y="0"/>
                  </a:lnTo>
                  <a:lnTo>
                    <a:pt x="4688" y="0"/>
                  </a:lnTo>
                  <a:lnTo>
                    <a:pt x="4687" y="0"/>
                  </a:lnTo>
                  <a:lnTo>
                    <a:pt x="4686" y="0"/>
                  </a:lnTo>
                  <a:lnTo>
                    <a:pt x="4686" y="0"/>
                  </a:lnTo>
                  <a:lnTo>
                    <a:pt x="4685" y="0"/>
                  </a:lnTo>
                  <a:lnTo>
                    <a:pt x="4684" y="0"/>
                  </a:lnTo>
                  <a:lnTo>
                    <a:pt x="4683" y="0"/>
                  </a:lnTo>
                  <a:lnTo>
                    <a:pt x="4683" y="0"/>
                  </a:lnTo>
                  <a:lnTo>
                    <a:pt x="4682" y="0"/>
                  </a:lnTo>
                  <a:lnTo>
                    <a:pt x="4681" y="0"/>
                  </a:lnTo>
                  <a:lnTo>
                    <a:pt x="4681" y="0"/>
                  </a:lnTo>
                  <a:lnTo>
                    <a:pt x="4680" y="0"/>
                  </a:lnTo>
                  <a:lnTo>
                    <a:pt x="4679" y="0"/>
                  </a:lnTo>
                  <a:lnTo>
                    <a:pt x="4679" y="0"/>
                  </a:lnTo>
                  <a:lnTo>
                    <a:pt x="4678" y="0"/>
                  </a:lnTo>
                  <a:lnTo>
                    <a:pt x="4677" y="0"/>
                  </a:lnTo>
                  <a:lnTo>
                    <a:pt x="4676" y="0"/>
                  </a:lnTo>
                  <a:lnTo>
                    <a:pt x="4676" y="0"/>
                  </a:lnTo>
                  <a:lnTo>
                    <a:pt x="4675" y="0"/>
                  </a:lnTo>
                  <a:lnTo>
                    <a:pt x="4674" y="0"/>
                  </a:lnTo>
                  <a:lnTo>
                    <a:pt x="4674" y="0"/>
                  </a:lnTo>
                  <a:lnTo>
                    <a:pt x="4673" y="0"/>
                  </a:lnTo>
                  <a:lnTo>
                    <a:pt x="4672" y="0"/>
                  </a:lnTo>
                  <a:lnTo>
                    <a:pt x="4672" y="0"/>
                  </a:lnTo>
                  <a:lnTo>
                    <a:pt x="4671" y="0"/>
                  </a:lnTo>
                  <a:lnTo>
                    <a:pt x="4670" y="0"/>
                  </a:lnTo>
                  <a:lnTo>
                    <a:pt x="4669" y="0"/>
                  </a:lnTo>
                  <a:lnTo>
                    <a:pt x="4669" y="0"/>
                  </a:lnTo>
                  <a:lnTo>
                    <a:pt x="4668" y="0"/>
                  </a:lnTo>
                  <a:lnTo>
                    <a:pt x="4667" y="0"/>
                  </a:lnTo>
                  <a:lnTo>
                    <a:pt x="4667" y="0"/>
                  </a:lnTo>
                  <a:lnTo>
                    <a:pt x="4666" y="0"/>
                  </a:lnTo>
                  <a:lnTo>
                    <a:pt x="4665" y="0"/>
                  </a:lnTo>
                  <a:lnTo>
                    <a:pt x="4664" y="0"/>
                  </a:lnTo>
                  <a:lnTo>
                    <a:pt x="4664" y="0"/>
                  </a:lnTo>
                  <a:lnTo>
                    <a:pt x="4663" y="0"/>
                  </a:lnTo>
                  <a:lnTo>
                    <a:pt x="4662" y="0"/>
                  </a:lnTo>
                  <a:lnTo>
                    <a:pt x="4662" y="0"/>
                  </a:lnTo>
                  <a:lnTo>
                    <a:pt x="4661" y="0"/>
                  </a:lnTo>
                  <a:lnTo>
                    <a:pt x="4660" y="0"/>
                  </a:lnTo>
                  <a:lnTo>
                    <a:pt x="4659" y="0"/>
                  </a:lnTo>
                  <a:lnTo>
                    <a:pt x="4659" y="0"/>
                  </a:lnTo>
                  <a:lnTo>
                    <a:pt x="4658" y="0"/>
                  </a:lnTo>
                  <a:lnTo>
                    <a:pt x="4657" y="0"/>
                  </a:lnTo>
                  <a:lnTo>
                    <a:pt x="4656" y="0"/>
                  </a:lnTo>
                  <a:lnTo>
                    <a:pt x="4656" y="0"/>
                  </a:lnTo>
                  <a:lnTo>
                    <a:pt x="4655" y="0"/>
                  </a:lnTo>
                  <a:lnTo>
                    <a:pt x="4654" y="0"/>
                  </a:lnTo>
                  <a:lnTo>
                    <a:pt x="4654" y="0"/>
                  </a:lnTo>
                  <a:lnTo>
                    <a:pt x="4653" y="0"/>
                  </a:lnTo>
                  <a:lnTo>
                    <a:pt x="4652" y="0"/>
                  </a:lnTo>
                  <a:lnTo>
                    <a:pt x="4651" y="0"/>
                  </a:lnTo>
                  <a:lnTo>
                    <a:pt x="4651" y="0"/>
                  </a:lnTo>
                  <a:lnTo>
                    <a:pt x="4650" y="0"/>
                  </a:lnTo>
                  <a:lnTo>
                    <a:pt x="4649" y="0"/>
                  </a:lnTo>
                  <a:lnTo>
                    <a:pt x="4648" y="0"/>
                  </a:lnTo>
                  <a:lnTo>
                    <a:pt x="4648" y="0"/>
                  </a:lnTo>
                  <a:lnTo>
                    <a:pt x="4647" y="0"/>
                  </a:lnTo>
                  <a:lnTo>
                    <a:pt x="4646" y="0"/>
                  </a:lnTo>
                  <a:lnTo>
                    <a:pt x="4645" y="0"/>
                  </a:lnTo>
                  <a:lnTo>
                    <a:pt x="4645" y="0"/>
                  </a:lnTo>
                  <a:lnTo>
                    <a:pt x="4644" y="0"/>
                  </a:lnTo>
                  <a:lnTo>
                    <a:pt x="4643" y="0"/>
                  </a:lnTo>
                  <a:lnTo>
                    <a:pt x="4643" y="0"/>
                  </a:lnTo>
                  <a:lnTo>
                    <a:pt x="4642" y="0"/>
                  </a:lnTo>
                  <a:lnTo>
                    <a:pt x="4641" y="0"/>
                  </a:lnTo>
                  <a:lnTo>
                    <a:pt x="4640" y="0"/>
                  </a:lnTo>
                  <a:lnTo>
                    <a:pt x="4640" y="0"/>
                  </a:lnTo>
                  <a:lnTo>
                    <a:pt x="4639" y="0"/>
                  </a:lnTo>
                  <a:lnTo>
                    <a:pt x="4638" y="0"/>
                  </a:lnTo>
                  <a:lnTo>
                    <a:pt x="4637" y="0"/>
                  </a:lnTo>
                  <a:lnTo>
                    <a:pt x="4637" y="0"/>
                  </a:lnTo>
                  <a:lnTo>
                    <a:pt x="4636" y="0"/>
                  </a:lnTo>
                  <a:lnTo>
                    <a:pt x="4635" y="0"/>
                  </a:lnTo>
                  <a:lnTo>
                    <a:pt x="4634" y="0"/>
                  </a:lnTo>
                  <a:lnTo>
                    <a:pt x="4634" y="0"/>
                  </a:lnTo>
                  <a:lnTo>
                    <a:pt x="4633" y="0"/>
                  </a:lnTo>
                  <a:lnTo>
                    <a:pt x="4632" y="0"/>
                  </a:lnTo>
                  <a:lnTo>
                    <a:pt x="4631" y="0"/>
                  </a:lnTo>
                  <a:lnTo>
                    <a:pt x="4631" y="0"/>
                  </a:lnTo>
                  <a:lnTo>
                    <a:pt x="4630" y="0"/>
                  </a:lnTo>
                  <a:lnTo>
                    <a:pt x="4629" y="0"/>
                  </a:lnTo>
                  <a:lnTo>
                    <a:pt x="4628" y="0"/>
                  </a:lnTo>
                  <a:lnTo>
                    <a:pt x="4628" y="0"/>
                  </a:lnTo>
                  <a:lnTo>
                    <a:pt x="4627" y="0"/>
                  </a:lnTo>
                  <a:lnTo>
                    <a:pt x="4626" y="0"/>
                  </a:lnTo>
                  <a:lnTo>
                    <a:pt x="4625" y="0"/>
                  </a:lnTo>
                  <a:lnTo>
                    <a:pt x="4625" y="0"/>
                  </a:lnTo>
                  <a:lnTo>
                    <a:pt x="4624" y="0"/>
                  </a:lnTo>
                  <a:lnTo>
                    <a:pt x="4623" y="0"/>
                  </a:lnTo>
                  <a:lnTo>
                    <a:pt x="4622" y="0"/>
                  </a:lnTo>
                  <a:lnTo>
                    <a:pt x="4621" y="0"/>
                  </a:lnTo>
                  <a:lnTo>
                    <a:pt x="4621" y="0"/>
                  </a:lnTo>
                  <a:lnTo>
                    <a:pt x="4620" y="0"/>
                  </a:lnTo>
                  <a:lnTo>
                    <a:pt x="4619" y="0"/>
                  </a:lnTo>
                  <a:lnTo>
                    <a:pt x="4618" y="0"/>
                  </a:lnTo>
                  <a:lnTo>
                    <a:pt x="4618" y="0"/>
                  </a:lnTo>
                  <a:lnTo>
                    <a:pt x="4617" y="0"/>
                  </a:lnTo>
                  <a:lnTo>
                    <a:pt x="4616" y="0"/>
                  </a:lnTo>
                  <a:lnTo>
                    <a:pt x="4615" y="0"/>
                  </a:lnTo>
                  <a:lnTo>
                    <a:pt x="4615" y="0"/>
                  </a:lnTo>
                  <a:lnTo>
                    <a:pt x="4614" y="0"/>
                  </a:lnTo>
                  <a:lnTo>
                    <a:pt x="4613" y="0"/>
                  </a:lnTo>
                  <a:lnTo>
                    <a:pt x="4612" y="0"/>
                  </a:lnTo>
                  <a:lnTo>
                    <a:pt x="4611" y="0"/>
                  </a:lnTo>
                  <a:lnTo>
                    <a:pt x="4611" y="0"/>
                  </a:lnTo>
                  <a:lnTo>
                    <a:pt x="4610" y="0"/>
                  </a:lnTo>
                  <a:lnTo>
                    <a:pt x="4609" y="0"/>
                  </a:lnTo>
                  <a:lnTo>
                    <a:pt x="4608" y="0"/>
                  </a:lnTo>
                  <a:lnTo>
                    <a:pt x="4608" y="0"/>
                  </a:lnTo>
                  <a:lnTo>
                    <a:pt x="4607" y="0"/>
                  </a:lnTo>
                  <a:lnTo>
                    <a:pt x="4606" y="0"/>
                  </a:lnTo>
                  <a:lnTo>
                    <a:pt x="4605" y="0"/>
                  </a:lnTo>
                  <a:lnTo>
                    <a:pt x="4604" y="0"/>
                  </a:lnTo>
                  <a:lnTo>
                    <a:pt x="4604" y="0"/>
                  </a:lnTo>
                  <a:lnTo>
                    <a:pt x="4603" y="0"/>
                  </a:lnTo>
                  <a:lnTo>
                    <a:pt x="4602" y="0"/>
                  </a:lnTo>
                  <a:lnTo>
                    <a:pt x="4601" y="0"/>
                  </a:lnTo>
                  <a:lnTo>
                    <a:pt x="4601" y="0"/>
                  </a:lnTo>
                  <a:lnTo>
                    <a:pt x="4600" y="0"/>
                  </a:lnTo>
                  <a:lnTo>
                    <a:pt x="4599" y="0"/>
                  </a:lnTo>
                  <a:lnTo>
                    <a:pt x="4598" y="0"/>
                  </a:lnTo>
                  <a:lnTo>
                    <a:pt x="4597" y="0"/>
                  </a:lnTo>
                  <a:lnTo>
                    <a:pt x="4597" y="0"/>
                  </a:lnTo>
                  <a:lnTo>
                    <a:pt x="4596" y="0"/>
                  </a:lnTo>
                  <a:lnTo>
                    <a:pt x="4595" y="0"/>
                  </a:lnTo>
                  <a:lnTo>
                    <a:pt x="4594" y="0"/>
                  </a:lnTo>
                  <a:lnTo>
                    <a:pt x="4593" y="0"/>
                  </a:lnTo>
                  <a:lnTo>
                    <a:pt x="4593" y="0"/>
                  </a:lnTo>
                  <a:lnTo>
                    <a:pt x="4592" y="0"/>
                  </a:lnTo>
                  <a:lnTo>
                    <a:pt x="4591" y="0"/>
                  </a:lnTo>
                  <a:lnTo>
                    <a:pt x="4590" y="0"/>
                  </a:lnTo>
                  <a:lnTo>
                    <a:pt x="4589" y="0"/>
                  </a:lnTo>
                  <a:lnTo>
                    <a:pt x="4589" y="0"/>
                  </a:lnTo>
                  <a:lnTo>
                    <a:pt x="4588" y="0"/>
                  </a:lnTo>
                  <a:lnTo>
                    <a:pt x="4587" y="0"/>
                  </a:lnTo>
                  <a:lnTo>
                    <a:pt x="4586" y="0"/>
                  </a:lnTo>
                  <a:lnTo>
                    <a:pt x="4585" y="0"/>
                  </a:lnTo>
                  <a:lnTo>
                    <a:pt x="4585" y="0"/>
                  </a:lnTo>
                  <a:lnTo>
                    <a:pt x="4584" y="0"/>
                  </a:lnTo>
                  <a:lnTo>
                    <a:pt x="4583" y="0"/>
                  </a:lnTo>
                  <a:lnTo>
                    <a:pt x="4582" y="0"/>
                  </a:lnTo>
                  <a:lnTo>
                    <a:pt x="4581" y="0"/>
                  </a:lnTo>
                  <a:lnTo>
                    <a:pt x="4581" y="0"/>
                  </a:lnTo>
                  <a:lnTo>
                    <a:pt x="4580" y="0"/>
                  </a:lnTo>
                  <a:lnTo>
                    <a:pt x="4579" y="0"/>
                  </a:lnTo>
                  <a:lnTo>
                    <a:pt x="4578" y="0"/>
                  </a:lnTo>
                  <a:lnTo>
                    <a:pt x="4577" y="0"/>
                  </a:lnTo>
                  <a:lnTo>
                    <a:pt x="4576" y="0"/>
                  </a:lnTo>
                  <a:lnTo>
                    <a:pt x="4576" y="0"/>
                  </a:lnTo>
                  <a:lnTo>
                    <a:pt x="4575" y="0"/>
                  </a:lnTo>
                  <a:lnTo>
                    <a:pt x="4574" y="0"/>
                  </a:lnTo>
                  <a:lnTo>
                    <a:pt x="4573" y="0"/>
                  </a:lnTo>
                  <a:lnTo>
                    <a:pt x="4572" y="0"/>
                  </a:lnTo>
                  <a:lnTo>
                    <a:pt x="4572" y="0"/>
                  </a:lnTo>
                  <a:lnTo>
                    <a:pt x="4571" y="0"/>
                  </a:lnTo>
                  <a:lnTo>
                    <a:pt x="4570" y="0"/>
                  </a:lnTo>
                  <a:lnTo>
                    <a:pt x="4569" y="0"/>
                  </a:lnTo>
                  <a:lnTo>
                    <a:pt x="4568" y="0"/>
                  </a:lnTo>
                  <a:lnTo>
                    <a:pt x="4567" y="0"/>
                  </a:lnTo>
                  <a:lnTo>
                    <a:pt x="4567" y="0"/>
                  </a:lnTo>
                  <a:lnTo>
                    <a:pt x="4566" y="0"/>
                  </a:lnTo>
                  <a:lnTo>
                    <a:pt x="4565" y="0"/>
                  </a:lnTo>
                  <a:lnTo>
                    <a:pt x="4564" y="0"/>
                  </a:lnTo>
                  <a:lnTo>
                    <a:pt x="4563" y="0"/>
                  </a:lnTo>
                  <a:lnTo>
                    <a:pt x="4562" y="0"/>
                  </a:lnTo>
                  <a:lnTo>
                    <a:pt x="4562" y="0"/>
                  </a:lnTo>
                  <a:lnTo>
                    <a:pt x="4561" y="0"/>
                  </a:lnTo>
                  <a:lnTo>
                    <a:pt x="4560" y="0"/>
                  </a:lnTo>
                  <a:lnTo>
                    <a:pt x="4559" y="0"/>
                  </a:lnTo>
                  <a:lnTo>
                    <a:pt x="4558" y="0"/>
                  </a:lnTo>
                  <a:lnTo>
                    <a:pt x="4557" y="0"/>
                  </a:lnTo>
                  <a:lnTo>
                    <a:pt x="4557" y="0"/>
                  </a:lnTo>
                  <a:lnTo>
                    <a:pt x="4556" y="0"/>
                  </a:lnTo>
                  <a:lnTo>
                    <a:pt x="4555" y="0"/>
                  </a:lnTo>
                  <a:lnTo>
                    <a:pt x="4554" y="0"/>
                  </a:lnTo>
                  <a:lnTo>
                    <a:pt x="4553" y="0"/>
                  </a:lnTo>
                  <a:lnTo>
                    <a:pt x="4552" y="0"/>
                  </a:lnTo>
                  <a:lnTo>
                    <a:pt x="4552" y="0"/>
                  </a:lnTo>
                  <a:lnTo>
                    <a:pt x="4551" y="0"/>
                  </a:lnTo>
                  <a:lnTo>
                    <a:pt x="4550" y="0"/>
                  </a:lnTo>
                  <a:lnTo>
                    <a:pt x="4549" y="0"/>
                  </a:lnTo>
                  <a:lnTo>
                    <a:pt x="4548" y="0"/>
                  </a:lnTo>
                  <a:lnTo>
                    <a:pt x="4547" y="0"/>
                  </a:lnTo>
                  <a:lnTo>
                    <a:pt x="4546" y="0"/>
                  </a:lnTo>
                  <a:lnTo>
                    <a:pt x="4546" y="0"/>
                  </a:lnTo>
                  <a:lnTo>
                    <a:pt x="4545" y="0"/>
                  </a:lnTo>
                  <a:lnTo>
                    <a:pt x="4544" y="0"/>
                  </a:lnTo>
                  <a:lnTo>
                    <a:pt x="4543" y="0"/>
                  </a:lnTo>
                  <a:lnTo>
                    <a:pt x="4542" y="0"/>
                  </a:lnTo>
                  <a:lnTo>
                    <a:pt x="4541" y="0"/>
                  </a:lnTo>
                  <a:lnTo>
                    <a:pt x="4540" y="0"/>
                  </a:lnTo>
                  <a:lnTo>
                    <a:pt x="4540" y="0"/>
                  </a:lnTo>
                  <a:lnTo>
                    <a:pt x="4539" y="0"/>
                  </a:lnTo>
                  <a:lnTo>
                    <a:pt x="4538" y="0"/>
                  </a:lnTo>
                  <a:lnTo>
                    <a:pt x="4537" y="0"/>
                  </a:lnTo>
                  <a:lnTo>
                    <a:pt x="4536" y="0"/>
                  </a:lnTo>
                  <a:lnTo>
                    <a:pt x="4535" y="0"/>
                  </a:lnTo>
                  <a:lnTo>
                    <a:pt x="4534" y="0"/>
                  </a:lnTo>
                  <a:lnTo>
                    <a:pt x="4534" y="0"/>
                  </a:lnTo>
                  <a:lnTo>
                    <a:pt x="4533" y="0"/>
                  </a:lnTo>
                  <a:lnTo>
                    <a:pt x="4532" y="0"/>
                  </a:lnTo>
                  <a:lnTo>
                    <a:pt x="4531" y="0"/>
                  </a:lnTo>
                  <a:lnTo>
                    <a:pt x="4530" y="0"/>
                  </a:lnTo>
                  <a:lnTo>
                    <a:pt x="4529" y="0"/>
                  </a:lnTo>
                  <a:lnTo>
                    <a:pt x="4528" y="0"/>
                  </a:lnTo>
                  <a:lnTo>
                    <a:pt x="4527" y="0"/>
                  </a:lnTo>
                  <a:lnTo>
                    <a:pt x="4527" y="0"/>
                  </a:lnTo>
                  <a:lnTo>
                    <a:pt x="4526" y="0"/>
                  </a:lnTo>
                  <a:lnTo>
                    <a:pt x="4525" y="0"/>
                  </a:lnTo>
                  <a:lnTo>
                    <a:pt x="4524" y="0"/>
                  </a:lnTo>
                  <a:lnTo>
                    <a:pt x="4523" y="0"/>
                  </a:lnTo>
                  <a:lnTo>
                    <a:pt x="4522" y="0"/>
                  </a:lnTo>
                  <a:lnTo>
                    <a:pt x="4521" y="0"/>
                  </a:lnTo>
                  <a:lnTo>
                    <a:pt x="4520" y="0"/>
                  </a:lnTo>
                  <a:lnTo>
                    <a:pt x="4520" y="0"/>
                  </a:lnTo>
                  <a:lnTo>
                    <a:pt x="4519" y="0"/>
                  </a:lnTo>
                  <a:lnTo>
                    <a:pt x="4518" y="0"/>
                  </a:lnTo>
                  <a:lnTo>
                    <a:pt x="4517" y="0"/>
                  </a:lnTo>
                  <a:lnTo>
                    <a:pt x="4516" y="0"/>
                  </a:lnTo>
                  <a:lnTo>
                    <a:pt x="4515" y="0"/>
                  </a:lnTo>
                  <a:lnTo>
                    <a:pt x="4514" y="0"/>
                  </a:lnTo>
                  <a:lnTo>
                    <a:pt x="4513" y="0"/>
                  </a:lnTo>
                  <a:lnTo>
                    <a:pt x="4512" y="0"/>
                  </a:lnTo>
                  <a:lnTo>
                    <a:pt x="4511" y="0"/>
                  </a:lnTo>
                  <a:lnTo>
                    <a:pt x="4511" y="0"/>
                  </a:lnTo>
                  <a:lnTo>
                    <a:pt x="4510" y="0"/>
                  </a:lnTo>
                  <a:lnTo>
                    <a:pt x="4509" y="0"/>
                  </a:lnTo>
                  <a:lnTo>
                    <a:pt x="4508" y="0"/>
                  </a:lnTo>
                  <a:lnTo>
                    <a:pt x="4507" y="0"/>
                  </a:lnTo>
                  <a:lnTo>
                    <a:pt x="4506" y="0"/>
                  </a:lnTo>
                  <a:lnTo>
                    <a:pt x="4505" y="0"/>
                  </a:lnTo>
                  <a:lnTo>
                    <a:pt x="4504" y="0"/>
                  </a:lnTo>
                  <a:lnTo>
                    <a:pt x="4503" y="0"/>
                  </a:lnTo>
                  <a:lnTo>
                    <a:pt x="4502" y="0"/>
                  </a:lnTo>
                  <a:lnTo>
                    <a:pt x="4502" y="0"/>
                  </a:lnTo>
                  <a:lnTo>
                    <a:pt x="4501" y="0"/>
                  </a:lnTo>
                  <a:lnTo>
                    <a:pt x="4500" y="0"/>
                  </a:lnTo>
                  <a:lnTo>
                    <a:pt x="4499" y="0"/>
                  </a:lnTo>
                  <a:lnTo>
                    <a:pt x="4498" y="0"/>
                  </a:lnTo>
                  <a:lnTo>
                    <a:pt x="4497" y="0"/>
                  </a:lnTo>
                  <a:lnTo>
                    <a:pt x="4496" y="0"/>
                  </a:lnTo>
                  <a:lnTo>
                    <a:pt x="4495" y="0"/>
                  </a:lnTo>
                  <a:lnTo>
                    <a:pt x="4494" y="0"/>
                  </a:lnTo>
                  <a:lnTo>
                    <a:pt x="4493" y="0"/>
                  </a:lnTo>
                  <a:lnTo>
                    <a:pt x="4492" y="0"/>
                  </a:lnTo>
                  <a:lnTo>
                    <a:pt x="4491" y="0"/>
                  </a:lnTo>
                  <a:lnTo>
                    <a:pt x="4491" y="0"/>
                  </a:lnTo>
                  <a:lnTo>
                    <a:pt x="4490" y="0"/>
                  </a:lnTo>
                  <a:lnTo>
                    <a:pt x="4489" y="0"/>
                  </a:lnTo>
                  <a:lnTo>
                    <a:pt x="4488" y="0"/>
                  </a:lnTo>
                  <a:lnTo>
                    <a:pt x="4487" y="0"/>
                  </a:lnTo>
                  <a:lnTo>
                    <a:pt x="4486" y="0"/>
                  </a:lnTo>
                  <a:lnTo>
                    <a:pt x="4485" y="0"/>
                  </a:lnTo>
                  <a:lnTo>
                    <a:pt x="4484" y="0"/>
                  </a:lnTo>
                  <a:lnTo>
                    <a:pt x="4483" y="0"/>
                  </a:lnTo>
                  <a:lnTo>
                    <a:pt x="4482" y="0"/>
                  </a:lnTo>
                  <a:lnTo>
                    <a:pt x="4481" y="0"/>
                  </a:lnTo>
                  <a:lnTo>
                    <a:pt x="4480" y="0"/>
                  </a:lnTo>
                  <a:lnTo>
                    <a:pt x="4479" y="0"/>
                  </a:lnTo>
                  <a:lnTo>
                    <a:pt x="4478" y="0"/>
                  </a:lnTo>
                  <a:lnTo>
                    <a:pt x="4477" y="0"/>
                  </a:lnTo>
                  <a:lnTo>
                    <a:pt x="4476" y="0"/>
                  </a:lnTo>
                  <a:lnTo>
                    <a:pt x="4476" y="0"/>
                  </a:lnTo>
                  <a:lnTo>
                    <a:pt x="4475" y="0"/>
                  </a:lnTo>
                  <a:lnTo>
                    <a:pt x="4474" y="0"/>
                  </a:lnTo>
                  <a:lnTo>
                    <a:pt x="4473" y="0"/>
                  </a:lnTo>
                  <a:lnTo>
                    <a:pt x="4472" y="0"/>
                  </a:lnTo>
                  <a:lnTo>
                    <a:pt x="4471" y="0"/>
                  </a:lnTo>
                  <a:lnTo>
                    <a:pt x="4470" y="0"/>
                  </a:lnTo>
                  <a:lnTo>
                    <a:pt x="4469" y="0"/>
                  </a:lnTo>
                  <a:lnTo>
                    <a:pt x="4468" y="0"/>
                  </a:lnTo>
                  <a:lnTo>
                    <a:pt x="4467" y="0"/>
                  </a:lnTo>
                  <a:lnTo>
                    <a:pt x="4466" y="0"/>
                  </a:lnTo>
                  <a:lnTo>
                    <a:pt x="4465" y="0"/>
                  </a:lnTo>
                  <a:lnTo>
                    <a:pt x="4464" y="0"/>
                  </a:lnTo>
                  <a:lnTo>
                    <a:pt x="4463" y="0"/>
                  </a:lnTo>
                  <a:lnTo>
                    <a:pt x="4462" y="0"/>
                  </a:lnTo>
                  <a:lnTo>
                    <a:pt x="4461" y="0"/>
                  </a:lnTo>
                  <a:lnTo>
                    <a:pt x="4460" y="0"/>
                  </a:lnTo>
                  <a:lnTo>
                    <a:pt x="4459" y="0"/>
                  </a:lnTo>
                  <a:lnTo>
                    <a:pt x="4458" y="0"/>
                  </a:lnTo>
                  <a:lnTo>
                    <a:pt x="4457" y="0"/>
                  </a:lnTo>
                  <a:lnTo>
                    <a:pt x="4456" y="0"/>
                  </a:lnTo>
                  <a:lnTo>
                    <a:pt x="4455" y="0"/>
                  </a:lnTo>
                  <a:lnTo>
                    <a:pt x="4454" y="0"/>
                  </a:lnTo>
                  <a:lnTo>
                    <a:pt x="4453" y="0"/>
                  </a:lnTo>
                  <a:lnTo>
                    <a:pt x="4452" y="0"/>
                  </a:lnTo>
                  <a:lnTo>
                    <a:pt x="4451" y="0"/>
                  </a:lnTo>
                  <a:lnTo>
                    <a:pt x="4450" y="0"/>
                  </a:lnTo>
                  <a:lnTo>
                    <a:pt x="4449" y="0"/>
                  </a:lnTo>
                  <a:lnTo>
                    <a:pt x="4449" y="0"/>
                  </a:lnTo>
                  <a:lnTo>
                    <a:pt x="4448" y="0"/>
                  </a:lnTo>
                  <a:lnTo>
                    <a:pt x="4447" y="0"/>
                  </a:lnTo>
                  <a:lnTo>
                    <a:pt x="4446" y="0"/>
                  </a:lnTo>
                  <a:lnTo>
                    <a:pt x="4445" y="0"/>
                  </a:lnTo>
                  <a:lnTo>
                    <a:pt x="4444" y="0"/>
                  </a:lnTo>
                  <a:lnTo>
                    <a:pt x="4443" y="0"/>
                  </a:lnTo>
                  <a:lnTo>
                    <a:pt x="4442" y="0"/>
                  </a:lnTo>
                  <a:lnTo>
                    <a:pt x="4441" y="0"/>
                  </a:lnTo>
                  <a:lnTo>
                    <a:pt x="4440" y="0"/>
                  </a:lnTo>
                  <a:lnTo>
                    <a:pt x="4439" y="0"/>
                  </a:lnTo>
                  <a:lnTo>
                    <a:pt x="4438" y="0"/>
                  </a:lnTo>
                  <a:lnTo>
                    <a:pt x="4437" y="0"/>
                  </a:lnTo>
                  <a:lnTo>
                    <a:pt x="4436" y="0"/>
                  </a:lnTo>
                  <a:lnTo>
                    <a:pt x="4435" y="0"/>
                  </a:lnTo>
                  <a:lnTo>
                    <a:pt x="4434" y="0"/>
                  </a:lnTo>
                  <a:lnTo>
                    <a:pt x="4433" y="0"/>
                  </a:lnTo>
                  <a:lnTo>
                    <a:pt x="4432" y="0"/>
                  </a:lnTo>
                  <a:lnTo>
                    <a:pt x="4431" y="0"/>
                  </a:lnTo>
                  <a:lnTo>
                    <a:pt x="4430" y="0"/>
                  </a:lnTo>
                  <a:lnTo>
                    <a:pt x="4429" y="0"/>
                  </a:lnTo>
                  <a:lnTo>
                    <a:pt x="4428" y="0"/>
                  </a:lnTo>
                  <a:lnTo>
                    <a:pt x="4427" y="0"/>
                  </a:lnTo>
                  <a:lnTo>
                    <a:pt x="4425" y="0"/>
                  </a:lnTo>
                  <a:lnTo>
                    <a:pt x="4424" y="0"/>
                  </a:lnTo>
                  <a:lnTo>
                    <a:pt x="4423" y="0"/>
                  </a:lnTo>
                  <a:lnTo>
                    <a:pt x="4422" y="0"/>
                  </a:lnTo>
                  <a:lnTo>
                    <a:pt x="4421" y="0"/>
                  </a:lnTo>
                  <a:lnTo>
                    <a:pt x="4420" y="0"/>
                  </a:lnTo>
                  <a:lnTo>
                    <a:pt x="4419" y="0"/>
                  </a:lnTo>
                  <a:lnTo>
                    <a:pt x="4418" y="0"/>
                  </a:lnTo>
                  <a:lnTo>
                    <a:pt x="4417" y="0"/>
                  </a:lnTo>
                  <a:lnTo>
                    <a:pt x="4416" y="0"/>
                  </a:lnTo>
                  <a:lnTo>
                    <a:pt x="4415" y="0"/>
                  </a:lnTo>
                  <a:lnTo>
                    <a:pt x="4414" y="0"/>
                  </a:lnTo>
                  <a:lnTo>
                    <a:pt x="4413" y="0"/>
                  </a:lnTo>
                  <a:lnTo>
                    <a:pt x="4412" y="0"/>
                  </a:lnTo>
                  <a:lnTo>
                    <a:pt x="4411" y="0"/>
                  </a:lnTo>
                  <a:lnTo>
                    <a:pt x="4410" y="0"/>
                  </a:lnTo>
                  <a:lnTo>
                    <a:pt x="4409" y="0"/>
                  </a:lnTo>
                  <a:lnTo>
                    <a:pt x="4408" y="0"/>
                  </a:lnTo>
                  <a:lnTo>
                    <a:pt x="4407" y="0"/>
                  </a:lnTo>
                  <a:lnTo>
                    <a:pt x="4406" y="0"/>
                  </a:lnTo>
                  <a:lnTo>
                    <a:pt x="4405" y="0"/>
                  </a:lnTo>
                  <a:lnTo>
                    <a:pt x="4404" y="0"/>
                  </a:lnTo>
                  <a:lnTo>
                    <a:pt x="4403" y="0"/>
                  </a:lnTo>
                  <a:lnTo>
                    <a:pt x="4402" y="0"/>
                  </a:lnTo>
                  <a:lnTo>
                    <a:pt x="4401" y="0"/>
                  </a:lnTo>
                  <a:lnTo>
                    <a:pt x="4400" y="0"/>
                  </a:lnTo>
                  <a:lnTo>
                    <a:pt x="4398" y="0"/>
                  </a:lnTo>
                  <a:lnTo>
                    <a:pt x="4397" y="0"/>
                  </a:lnTo>
                  <a:lnTo>
                    <a:pt x="4396" y="0"/>
                  </a:lnTo>
                  <a:lnTo>
                    <a:pt x="4395" y="0"/>
                  </a:lnTo>
                  <a:lnTo>
                    <a:pt x="4394" y="0"/>
                  </a:lnTo>
                  <a:lnTo>
                    <a:pt x="4393" y="0"/>
                  </a:lnTo>
                  <a:lnTo>
                    <a:pt x="4392" y="0"/>
                  </a:lnTo>
                  <a:lnTo>
                    <a:pt x="4391" y="0"/>
                  </a:lnTo>
                  <a:lnTo>
                    <a:pt x="4390" y="0"/>
                  </a:lnTo>
                  <a:lnTo>
                    <a:pt x="4389" y="0"/>
                  </a:lnTo>
                  <a:lnTo>
                    <a:pt x="4388" y="0"/>
                  </a:lnTo>
                  <a:lnTo>
                    <a:pt x="4387" y="0"/>
                  </a:lnTo>
                  <a:lnTo>
                    <a:pt x="4386" y="0"/>
                  </a:lnTo>
                  <a:lnTo>
                    <a:pt x="4385" y="0"/>
                  </a:lnTo>
                  <a:lnTo>
                    <a:pt x="4383" y="0"/>
                  </a:lnTo>
                  <a:lnTo>
                    <a:pt x="4382" y="0"/>
                  </a:lnTo>
                  <a:lnTo>
                    <a:pt x="4381" y="0"/>
                  </a:lnTo>
                  <a:lnTo>
                    <a:pt x="4380" y="0"/>
                  </a:lnTo>
                  <a:lnTo>
                    <a:pt x="4379" y="0"/>
                  </a:lnTo>
                  <a:lnTo>
                    <a:pt x="4378" y="0"/>
                  </a:lnTo>
                  <a:lnTo>
                    <a:pt x="4377" y="0"/>
                  </a:lnTo>
                  <a:lnTo>
                    <a:pt x="4376" y="0"/>
                  </a:lnTo>
                  <a:lnTo>
                    <a:pt x="4375" y="0"/>
                  </a:lnTo>
                  <a:lnTo>
                    <a:pt x="4374" y="0"/>
                  </a:lnTo>
                  <a:lnTo>
                    <a:pt x="4373" y="0"/>
                  </a:lnTo>
                  <a:lnTo>
                    <a:pt x="4371" y="0"/>
                  </a:lnTo>
                  <a:lnTo>
                    <a:pt x="4370" y="0"/>
                  </a:lnTo>
                  <a:lnTo>
                    <a:pt x="4369" y="0"/>
                  </a:lnTo>
                  <a:lnTo>
                    <a:pt x="4368" y="0"/>
                  </a:lnTo>
                  <a:lnTo>
                    <a:pt x="4367" y="0"/>
                  </a:lnTo>
                  <a:lnTo>
                    <a:pt x="4366" y="0"/>
                  </a:lnTo>
                  <a:lnTo>
                    <a:pt x="4365" y="0"/>
                  </a:lnTo>
                  <a:lnTo>
                    <a:pt x="4364" y="0"/>
                  </a:lnTo>
                  <a:lnTo>
                    <a:pt x="4363" y="0"/>
                  </a:lnTo>
                  <a:lnTo>
                    <a:pt x="4361" y="0"/>
                  </a:lnTo>
                  <a:lnTo>
                    <a:pt x="4360" y="0"/>
                  </a:lnTo>
                  <a:lnTo>
                    <a:pt x="4359" y="0"/>
                  </a:lnTo>
                  <a:lnTo>
                    <a:pt x="4358" y="0"/>
                  </a:lnTo>
                  <a:lnTo>
                    <a:pt x="4357" y="0"/>
                  </a:lnTo>
                  <a:lnTo>
                    <a:pt x="4356" y="0"/>
                  </a:lnTo>
                  <a:lnTo>
                    <a:pt x="4355" y="0"/>
                  </a:lnTo>
                  <a:lnTo>
                    <a:pt x="4354" y="0"/>
                  </a:lnTo>
                  <a:lnTo>
                    <a:pt x="4352" y="0"/>
                  </a:lnTo>
                  <a:lnTo>
                    <a:pt x="4351" y="0"/>
                  </a:lnTo>
                  <a:lnTo>
                    <a:pt x="4350" y="0"/>
                  </a:lnTo>
                  <a:lnTo>
                    <a:pt x="4349" y="0"/>
                  </a:lnTo>
                  <a:lnTo>
                    <a:pt x="4348" y="0"/>
                  </a:lnTo>
                  <a:lnTo>
                    <a:pt x="4347" y="0"/>
                  </a:lnTo>
                  <a:lnTo>
                    <a:pt x="4346" y="0"/>
                  </a:lnTo>
                  <a:lnTo>
                    <a:pt x="4344" y="0"/>
                  </a:lnTo>
                  <a:lnTo>
                    <a:pt x="4343" y="0"/>
                  </a:lnTo>
                  <a:lnTo>
                    <a:pt x="4342" y="0"/>
                  </a:lnTo>
                  <a:lnTo>
                    <a:pt x="4341" y="0"/>
                  </a:lnTo>
                  <a:lnTo>
                    <a:pt x="4340" y="0"/>
                  </a:lnTo>
                  <a:lnTo>
                    <a:pt x="4339" y="0"/>
                  </a:lnTo>
                  <a:lnTo>
                    <a:pt x="4338" y="0"/>
                  </a:lnTo>
                  <a:lnTo>
                    <a:pt x="4336" y="0"/>
                  </a:lnTo>
                  <a:lnTo>
                    <a:pt x="4335" y="0"/>
                  </a:lnTo>
                  <a:lnTo>
                    <a:pt x="4334" y="0"/>
                  </a:lnTo>
                  <a:lnTo>
                    <a:pt x="4333" y="0"/>
                  </a:lnTo>
                  <a:lnTo>
                    <a:pt x="4332" y="0"/>
                  </a:lnTo>
                  <a:lnTo>
                    <a:pt x="4331" y="0"/>
                  </a:lnTo>
                  <a:lnTo>
                    <a:pt x="4329" y="0"/>
                  </a:lnTo>
                  <a:lnTo>
                    <a:pt x="4328" y="0"/>
                  </a:lnTo>
                  <a:lnTo>
                    <a:pt x="4327" y="0"/>
                  </a:lnTo>
                  <a:lnTo>
                    <a:pt x="4326" y="0"/>
                  </a:lnTo>
                  <a:lnTo>
                    <a:pt x="4325" y="0"/>
                  </a:lnTo>
                  <a:lnTo>
                    <a:pt x="4323" y="0"/>
                  </a:lnTo>
                  <a:lnTo>
                    <a:pt x="4322" y="0"/>
                  </a:lnTo>
                  <a:lnTo>
                    <a:pt x="4321" y="0"/>
                  </a:lnTo>
                  <a:lnTo>
                    <a:pt x="4320" y="0"/>
                  </a:lnTo>
                  <a:lnTo>
                    <a:pt x="4319" y="0"/>
                  </a:lnTo>
                  <a:lnTo>
                    <a:pt x="4318" y="0"/>
                  </a:lnTo>
                  <a:lnTo>
                    <a:pt x="4316" y="0"/>
                  </a:lnTo>
                  <a:lnTo>
                    <a:pt x="4315" y="0"/>
                  </a:lnTo>
                  <a:lnTo>
                    <a:pt x="4314" y="0"/>
                  </a:lnTo>
                  <a:lnTo>
                    <a:pt x="4313" y="0"/>
                  </a:lnTo>
                  <a:lnTo>
                    <a:pt x="4312" y="0"/>
                  </a:lnTo>
                  <a:lnTo>
                    <a:pt x="4310" y="0"/>
                  </a:lnTo>
                  <a:lnTo>
                    <a:pt x="4309" y="0"/>
                  </a:lnTo>
                  <a:lnTo>
                    <a:pt x="4308" y="0"/>
                  </a:lnTo>
                  <a:lnTo>
                    <a:pt x="4307" y="0"/>
                  </a:lnTo>
                  <a:lnTo>
                    <a:pt x="4305" y="0"/>
                  </a:lnTo>
                  <a:lnTo>
                    <a:pt x="4304" y="0"/>
                  </a:lnTo>
                  <a:lnTo>
                    <a:pt x="4303" y="0"/>
                  </a:lnTo>
                  <a:lnTo>
                    <a:pt x="4302" y="0"/>
                  </a:lnTo>
                  <a:lnTo>
                    <a:pt x="4301" y="0"/>
                  </a:lnTo>
                  <a:lnTo>
                    <a:pt x="4299" y="0"/>
                  </a:lnTo>
                  <a:lnTo>
                    <a:pt x="4298" y="0"/>
                  </a:lnTo>
                  <a:lnTo>
                    <a:pt x="4297" y="0"/>
                  </a:lnTo>
                  <a:lnTo>
                    <a:pt x="4296" y="0"/>
                  </a:lnTo>
                  <a:lnTo>
                    <a:pt x="4294" y="0"/>
                  </a:lnTo>
                  <a:lnTo>
                    <a:pt x="4293" y="0"/>
                  </a:lnTo>
                  <a:lnTo>
                    <a:pt x="4292" y="0"/>
                  </a:lnTo>
                  <a:lnTo>
                    <a:pt x="4291" y="0"/>
                  </a:lnTo>
                  <a:lnTo>
                    <a:pt x="4290" y="0"/>
                  </a:lnTo>
                  <a:lnTo>
                    <a:pt x="4288" y="0"/>
                  </a:lnTo>
                  <a:lnTo>
                    <a:pt x="4287" y="0"/>
                  </a:lnTo>
                  <a:lnTo>
                    <a:pt x="4286" y="0"/>
                  </a:lnTo>
                  <a:lnTo>
                    <a:pt x="4285" y="0"/>
                  </a:lnTo>
                  <a:lnTo>
                    <a:pt x="4283" y="0"/>
                  </a:lnTo>
                  <a:lnTo>
                    <a:pt x="4282" y="0"/>
                  </a:lnTo>
                  <a:lnTo>
                    <a:pt x="4281" y="0"/>
                  </a:lnTo>
                  <a:lnTo>
                    <a:pt x="4279" y="0"/>
                  </a:lnTo>
                  <a:lnTo>
                    <a:pt x="4278" y="0"/>
                  </a:lnTo>
                  <a:lnTo>
                    <a:pt x="4277" y="0"/>
                  </a:lnTo>
                  <a:lnTo>
                    <a:pt x="4276" y="0"/>
                  </a:lnTo>
                  <a:lnTo>
                    <a:pt x="4274" y="0"/>
                  </a:lnTo>
                  <a:lnTo>
                    <a:pt x="4273" y="0"/>
                  </a:lnTo>
                  <a:lnTo>
                    <a:pt x="4272" y="0"/>
                  </a:lnTo>
                  <a:lnTo>
                    <a:pt x="4271" y="0"/>
                  </a:lnTo>
                  <a:lnTo>
                    <a:pt x="4269" y="0"/>
                  </a:lnTo>
                  <a:lnTo>
                    <a:pt x="4268" y="0"/>
                  </a:lnTo>
                  <a:lnTo>
                    <a:pt x="4267" y="0"/>
                  </a:lnTo>
                  <a:lnTo>
                    <a:pt x="4265" y="0"/>
                  </a:lnTo>
                  <a:lnTo>
                    <a:pt x="4264" y="0"/>
                  </a:lnTo>
                  <a:lnTo>
                    <a:pt x="4263" y="0"/>
                  </a:lnTo>
                  <a:lnTo>
                    <a:pt x="4262" y="0"/>
                  </a:lnTo>
                  <a:lnTo>
                    <a:pt x="4260" y="0"/>
                  </a:lnTo>
                  <a:lnTo>
                    <a:pt x="4259" y="0"/>
                  </a:lnTo>
                  <a:lnTo>
                    <a:pt x="4258" y="0"/>
                  </a:lnTo>
                  <a:lnTo>
                    <a:pt x="4256" y="0"/>
                  </a:lnTo>
                  <a:lnTo>
                    <a:pt x="4255" y="0"/>
                  </a:lnTo>
                  <a:lnTo>
                    <a:pt x="4254" y="0"/>
                  </a:lnTo>
                  <a:lnTo>
                    <a:pt x="4252" y="0"/>
                  </a:lnTo>
                  <a:lnTo>
                    <a:pt x="4251" y="0"/>
                  </a:lnTo>
                  <a:lnTo>
                    <a:pt x="4250" y="0"/>
                  </a:lnTo>
                  <a:lnTo>
                    <a:pt x="4248" y="0"/>
                  </a:lnTo>
                  <a:lnTo>
                    <a:pt x="4247" y="0"/>
                  </a:lnTo>
                  <a:lnTo>
                    <a:pt x="4246" y="0"/>
                  </a:lnTo>
                  <a:lnTo>
                    <a:pt x="4245" y="0"/>
                  </a:lnTo>
                  <a:lnTo>
                    <a:pt x="4243" y="0"/>
                  </a:lnTo>
                  <a:lnTo>
                    <a:pt x="4242" y="0"/>
                  </a:lnTo>
                  <a:lnTo>
                    <a:pt x="4241" y="0"/>
                  </a:lnTo>
                  <a:lnTo>
                    <a:pt x="4239" y="0"/>
                  </a:lnTo>
                  <a:lnTo>
                    <a:pt x="4238" y="0"/>
                  </a:lnTo>
                  <a:lnTo>
                    <a:pt x="4237" y="0"/>
                  </a:lnTo>
                  <a:lnTo>
                    <a:pt x="4235" y="0"/>
                  </a:lnTo>
                  <a:lnTo>
                    <a:pt x="4234" y="0"/>
                  </a:lnTo>
                  <a:lnTo>
                    <a:pt x="4232" y="0"/>
                  </a:lnTo>
                  <a:lnTo>
                    <a:pt x="4231" y="0"/>
                  </a:lnTo>
                  <a:lnTo>
                    <a:pt x="4230" y="0"/>
                  </a:lnTo>
                  <a:lnTo>
                    <a:pt x="4228" y="0"/>
                  </a:lnTo>
                  <a:lnTo>
                    <a:pt x="4227" y="0"/>
                  </a:lnTo>
                  <a:lnTo>
                    <a:pt x="4226" y="0"/>
                  </a:lnTo>
                  <a:lnTo>
                    <a:pt x="4224" y="0"/>
                  </a:lnTo>
                  <a:lnTo>
                    <a:pt x="4223" y="0"/>
                  </a:lnTo>
                  <a:lnTo>
                    <a:pt x="4222" y="0"/>
                  </a:lnTo>
                  <a:lnTo>
                    <a:pt x="4220" y="0"/>
                  </a:lnTo>
                  <a:lnTo>
                    <a:pt x="4219" y="0"/>
                  </a:lnTo>
                  <a:lnTo>
                    <a:pt x="4217" y="0"/>
                  </a:lnTo>
                  <a:lnTo>
                    <a:pt x="4216" y="0"/>
                  </a:lnTo>
                  <a:lnTo>
                    <a:pt x="4215" y="0"/>
                  </a:lnTo>
                  <a:lnTo>
                    <a:pt x="4213" y="0"/>
                  </a:lnTo>
                  <a:lnTo>
                    <a:pt x="4212" y="0"/>
                  </a:lnTo>
                  <a:lnTo>
                    <a:pt x="4210" y="0"/>
                  </a:lnTo>
                  <a:lnTo>
                    <a:pt x="4209" y="0"/>
                  </a:lnTo>
                  <a:lnTo>
                    <a:pt x="4208" y="0"/>
                  </a:lnTo>
                  <a:lnTo>
                    <a:pt x="4206" y="0"/>
                  </a:lnTo>
                  <a:lnTo>
                    <a:pt x="4205" y="0"/>
                  </a:lnTo>
                  <a:lnTo>
                    <a:pt x="4203" y="0"/>
                  </a:lnTo>
                  <a:lnTo>
                    <a:pt x="4202" y="0"/>
                  </a:lnTo>
                  <a:lnTo>
                    <a:pt x="4201" y="0"/>
                  </a:lnTo>
                  <a:lnTo>
                    <a:pt x="4199" y="0"/>
                  </a:lnTo>
                  <a:lnTo>
                    <a:pt x="4198" y="0"/>
                  </a:lnTo>
                  <a:lnTo>
                    <a:pt x="4196" y="0"/>
                  </a:lnTo>
                  <a:lnTo>
                    <a:pt x="4195" y="0"/>
                  </a:lnTo>
                  <a:lnTo>
                    <a:pt x="4193" y="0"/>
                  </a:lnTo>
                  <a:lnTo>
                    <a:pt x="4192" y="0"/>
                  </a:lnTo>
                  <a:lnTo>
                    <a:pt x="4191" y="0"/>
                  </a:lnTo>
                  <a:lnTo>
                    <a:pt x="4189" y="0"/>
                  </a:lnTo>
                  <a:lnTo>
                    <a:pt x="4188" y="0"/>
                  </a:lnTo>
                  <a:lnTo>
                    <a:pt x="4186" y="0"/>
                  </a:lnTo>
                  <a:lnTo>
                    <a:pt x="4185" y="0"/>
                  </a:lnTo>
                  <a:lnTo>
                    <a:pt x="4183" y="0"/>
                  </a:lnTo>
                  <a:lnTo>
                    <a:pt x="4182" y="0"/>
                  </a:lnTo>
                  <a:lnTo>
                    <a:pt x="4180" y="0"/>
                  </a:lnTo>
                  <a:lnTo>
                    <a:pt x="4179" y="0"/>
                  </a:lnTo>
                  <a:lnTo>
                    <a:pt x="4178" y="0"/>
                  </a:lnTo>
                  <a:lnTo>
                    <a:pt x="4176" y="0"/>
                  </a:lnTo>
                  <a:lnTo>
                    <a:pt x="4175" y="0"/>
                  </a:lnTo>
                  <a:lnTo>
                    <a:pt x="4173" y="0"/>
                  </a:lnTo>
                  <a:lnTo>
                    <a:pt x="4172" y="0"/>
                  </a:lnTo>
                  <a:lnTo>
                    <a:pt x="4170" y="0"/>
                  </a:lnTo>
                  <a:lnTo>
                    <a:pt x="4169" y="0"/>
                  </a:lnTo>
                  <a:lnTo>
                    <a:pt x="4167" y="0"/>
                  </a:lnTo>
                  <a:lnTo>
                    <a:pt x="4166" y="0"/>
                  </a:lnTo>
                  <a:lnTo>
                    <a:pt x="4164" y="0"/>
                  </a:lnTo>
                  <a:lnTo>
                    <a:pt x="4163" y="0"/>
                  </a:lnTo>
                  <a:lnTo>
                    <a:pt x="4161" y="0"/>
                  </a:lnTo>
                  <a:lnTo>
                    <a:pt x="4160" y="0"/>
                  </a:lnTo>
                  <a:lnTo>
                    <a:pt x="4158" y="0"/>
                  </a:lnTo>
                  <a:lnTo>
                    <a:pt x="4157" y="0"/>
                  </a:lnTo>
                  <a:lnTo>
                    <a:pt x="4155" y="0"/>
                  </a:lnTo>
                  <a:lnTo>
                    <a:pt x="4154" y="0"/>
                  </a:lnTo>
                  <a:lnTo>
                    <a:pt x="4152" y="0"/>
                  </a:lnTo>
                  <a:lnTo>
                    <a:pt x="4151" y="0"/>
                  </a:lnTo>
                  <a:lnTo>
                    <a:pt x="4149" y="0"/>
                  </a:lnTo>
                  <a:lnTo>
                    <a:pt x="4148" y="0"/>
                  </a:lnTo>
                  <a:lnTo>
                    <a:pt x="4146" y="0"/>
                  </a:lnTo>
                  <a:lnTo>
                    <a:pt x="4144" y="0"/>
                  </a:lnTo>
                  <a:lnTo>
                    <a:pt x="4143" y="0"/>
                  </a:lnTo>
                  <a:lnTo>
                    <a:pt x="4141" y="0"/>
                  </a:lnTo>
                  <a:lnTo>
                    <a:pt x="4140" y="0"/>
                  </a:lnTo>
                  <a:lnTo>
                    <a:pt x="4138" y="0"/>
                  </a:lnTo>
                  <a:lnTo>
                    <a:pt x="4137" y="0"/>
                  </a:lnTo>
                  <a:lnTo>
                    <a:pt x="4135" y="0"/>
                  </a:lnTo>
                  <a:lnTo>
                    <a:pt x="4134" y="0"/>
                  </a:lnTo>
                  <a:lnTo>
                    <a:pt x="4132" y="0"/>
                  </a:lnTo>
                  <a:lnTo>
                    <a:pt x="4130" y="0"/>
                  </a:lnTo>
                  <a:lnTo>
                    <a:pt x="4129" y="0"/>
                  </a:lnTo>
                  <a:lnTo>
                    <a:pt x="4127" y="0"/>
                  </a:lnTo>
                  <a:lnTo>
                    <a:pt x="4126" y="0"/>
                  </a:lnTo>
                  <a:lnTo>
                    <a:pt x="4124" y="0"/>
                  </a:lnTo>
                  <a:lnTo>
                    <a:pt x="4123" y="0"/>
                  </a:lnTo>
                  <a:lnTo>
                    <a:pt x="4121" y="0"/>
                  </a:lnTo>
                  <a:lnTo>
                    <a:pt x="4119" y="0"/>
                  </a:lnTo>
                  <a:lnTo>
                    <a:pt x="4118" y="0"/>
                  </a:lnTo>
                  <a:lnTo>
                    <a:pt x="4116" y="0"/>
                  </a:lnTo>
                  <a:lnTo>
                    <a:pt x="4115" y="0"/>
                  </a:lnTo>
                  <a:lnTo>
                    <a:pt x="4113" y="0"/>
                  </a:lnTo>
                  <a:lnTo>
                    <a:pt x="4111" y="0"/>
                  </a:lnTo>
                  <a:lnTo>
                    <a:pt x="4110" y="0"/>
                  </a:lnTo>
                  <a:lnTo>
                    <a:pt x="4108" y="0"/>
                  </a:lnTo>
                  <a:lnTo>
                    <a:pt x="4107" y="0"/>
                  </a:lnTo>
                  <a:lnTo>
                    <a:pt x="4105" y="0"/>
                  </a:lnTo>
                  <a:lnTo>
                    <a:pt x="4103" y="0"/>
                  </a:lnTo>
                  <a:lnTo>
                    <a:pt x="4102" y="0"/>
                  </a:lnTo>
                  <a:lnTo>
                    <a:pt x="4100" y="0"/>
                  </a:lnTo>
                  <a:lnTo>
                    <a:pt x="4098" y="0"/>
                  </a:lnTo>
                  <a:lnTo>
                    <a:pt x="4097" y="0"/>
                  </a:lnTo>
                  <a:lnTo>
                    <a:pt x="4095" y="0"/>
                  </a:lnTo>
                  <a:lnTo>
                    <a:pt x="4093" y="0"/>
                  </a:lnTo>
                  <a:lnTo>
                    <a:pt x="4092" y="0"/>
                  </a:lnTo>
                  <a:lnTo>
                    <a:pt x="4090" y="0"/>
                  </a:lnTo>
                  <a:lnTo>
                    <a:pt x="4088" y="0"/>
                  </a:lnTo>
                  <a:lnTo>
                    <a:pt x="4087" y="0"/>
                  </a:lnTo>
                  <a:lnTo>
                    <a:pt x="4085" y="0"/>
                  </a:lnTo>
                  <a:lnTo>
                    <a:pt x="4083" y="0"/>
                  </a:lnTo>
                  <a:lnTo>
                    <a:pt x="4082" y="0"/>
                  </a:lnTo>
                  <a:lnTo>
                    <a:pt x="4080" y="0"/>
                  </a:lnTo>
                  <a:lnTo>
                    <a:pt x="4078" y="0"/>
                  </a:lnTo>
                  <a:lnTo>
                    <a:pt x="4077" y="0"/>
                  </a:lnTo>
                  <a:lnTo>
                    <a:pt x="4075" y="0"/>
                  </a:lnTo>
                  <a:lnTo>
                    <a:pt x="4073" y="0"/>
                  </a:lnTo>
                  <a:lnTo>
                    <a:pt x="4071" y="0"/>
                  </a:lnTo>
                  <a:lnTo>
                    <a:pt x="4070" y="0"/>
                  </a:lnTo>
                  <a:lnTo>
                    <a:pt x="4068" y="0"/>
                  </a:lnTo>
                  <a:lnTo>
                    <a:pt x="4066" y="0"/>
                  </a:lnTo>
                  <a:lnTo>
                    <a:pt x="4065" y="0"/>
                  </a:lnTo>
                  <a:lnTo>
                    <a:pt x="4063" y="0"/>
                  </a:lnTo>
                  <a:lnTo>
                    <a:pt x="4061" y="0"/>
                  </a:lnTo>
                  <a:lnTo>
                    <a:pt x="4059" y="0"/>
                  </a:lnTo>
                  <a:lnTo>
                    <a:pt x="4058" y="0"/>
                  </a:lnTo>
                  <a:lnTo>
                    <a:pt x="4056" y="0"/>
                  </a:lnTo>
                  <a:lnTo>
                    <a:pt x="4054" y="0"/>
                  </a:lnTo>
                  <a:lnTo>
                    <a:pt x="4052" y="0"/>
                  </a:lnTo>
                  <a:lnTo>
                    <a:pt x="4051" y="0"/>
                  </a:lnTo>
                  <a:lnTo>
                    <a:pt x="4049" y="0"/>
                  </a:lnTo>
                  <a:lnTo>
                    <a:pt x="4047" y="0"/>
                  </a:lnTo>
                  <a:lnTo>
                    <a:pt x="4045" y="0"/>
                  </a:lnTo>
                  <a:lnTo>
                    <a:pt x="4043" y="0"/>
                  </a:lnTo>
                  <a:lnTo>
                    <a:pt x="4042" y="0"/>
                  </a:lnTo>
                  <a:lnTo>
                    <a:pt x="4040" y="0"/>
                  </a:lnTo>
                  <a:lnTo>
                    <a:pt x="4038" y="0"/>
                  </a:lnTo>
                  <a:lnTo>
                    <a:pt x="4036" y="0"/>
                  </a:lnTo>
                  <a:lnTo>
                    <a:pt x="4034" y="0"/>
                  </a:lnTo>
                  <a:lnTo>
                    <a:pt x="4033" y="0"/>
                  </a:lnTo>
                  <a:lnTo>
                    <a:pt x="4031" y="0"/>
                  </a:lnTo>
                  <a:lnTo>
                    <a:pt x="4029" y="0"/>
                  </a:lnTo>
                  <a:lnTo>
                    <a:pt x="4027" y="0"/>
                  </a:lnTo>
                  <a:lnTo>
                    <a:pt x="4025" y="0"/>
                  </a:lnTo>
                  <a:lnTo>
                    <a:pt x="4024" y="0"/>
                  </a:lnTo>
                  <a:lnTo>
                    <a:pt x="4022" y="0"/>
                  </a:lnTo>
                  <a:lnTo>
                    <a:pt x="4020" y="0"/>
                  </a:lnTo>
                  <a:lnTo>
                    <a:pt x="4018" y="0"/>
                  </a:lnTo>
                  <a:lnTo>
                    <a:pt x="4016" y="0"/>
                  </a:lnTo>
                  <a:lnTo>
                    <a:pt x="4014" y="0"/>
                  </a:lnTo>
                  <a:lnTo>
                    <a:pt x="4012" y="0"/>
                  </a:lnTo>
                  <a:lnTo>
                    <a:pt x="4011" y="0"/>
                  </a:lnTo>
                  <a:lnTo>
                    <a:pt x="4009" y="0"/>
                  </a:lnTo>
                  <a:lnTo>
                    <a:pt x="4007" y="0"/>
                  </a:lnTo>
                  <a:lnTo>
                    <a:pt x="4005" y="0"/>
                  </a:lnTo>
                  <a:lnTo>
                    <a:pt x="4003" y="0"/>
                  </a:lnTo>
                  <a:lnTo>
                    <a:pt x="4001" y="0"/>
                  </a:lnTo>
                  <a:lnTo>
                    <a:pt x="3999" y="0"/>
                  </a:lnTo>
                  <a:lnTo>
                    <a:pt x="3997" y="0"/>
                  </a:lnTo>
                  <a:lnTo>
                    <a:pt x="3995" y="0"/>
                  </a:lnTo>
                  <a:lnTo>
                    <a:pt x="3993" y="0"/>
                  </a:lnTo>
                  <a:lnTo>
                    <a:pt x="3992" y="0"/>
                  </a:lnTo>
                  <a:lnTo>
                    <a:pt x="3990" y="0"/>
                  </a:lnTo>
                  <a:lnTo>
                    <a:pt x="3988" y="0"/>
                  </a:lnTo>
                  <a:lnTo>
                    <a:pt x="3986" y="0"/>
                  </a:lnTo>
                  <a:lnTo>
                    <a:pt x="3984" y="0"/>
                  </a:lnTo>
                  <a:lnTo>
                    <a:pt x="3982" y="0"/>
                  </a:lnTo>
                  <a:lnTo>
                    <a:pt x="3980" y="0"/>
                  </a:lnTo>
                  <a:lnTo>
                    <a:pt x="3978" y="0"/>
                  </a:lnTo>
                  <a:lnTo>
                    <a:pt x="3976" y="0"/>
                  </a:lnTo>
                  <a:lnTo>
                    <a:pt x="3974" y="0"/>
                  </a:lnTo>
                  <a:lnTo>
                    <a:pt x="3972" y="0"/>
                  </a:lnTo>
                  <a:lnTo>
                    <a:pt x="3970" y="0"/>
                  </a:lnTo>
                  <a:lnTo>
                    <a:pt x="3968" y="0"/>
                  </a:lnTo>
                  <a:lnTo>
                    <a:pt x="3966" y="0"/>
                  </a:lnTo>
                  <a:lnTo>
                    <a:pt x="3964" y="0"/>
                  </a:lnTo>
                  <a:lnTo>
                    <a:pt x="3962" y="0"/>
                  </a:lnTo>
                  <a:lnTo>
                    <a:pt x="3960" y="0"/>
                  </a:lnTo>
                  <a:lnTo>
                    <a:pt x="3958" y="0"/>
                  </a:lnTo>
                  <a:lnTo>
                    <a:pt x="3956" y="0"/>
                  </a:lnTo>
                  <a:lnTo>
                    <a:pt x="3954" y="0"/>
                  </a:lnTo>
                  <a:lnTo>
                    <a:pt x="3952" y="0"/>
                  </a:lnTo>
                  <a:lnTo>
                    <a:pt x="3950" y="0"/>
                  </a:lnTo>
                  <a:lnTo>
                    <a:pt x="3948" y="0"/>
                  </a:lnTo>
                  <a:lnTo>
                    <a:pt x="3946" y="0"/>
                  </a:lnTo>
                  <a:lnTo>
                    <a:pt x="3944" y="0"/>
                  </a:lnTo>
                  <a:lnTo>
                    <a:pt x="3942" y="0"/>
                  </a:lnTo>
                  <a:lnTo>
                    <a:pt x="3939" y="0"/>
                  </a:lnTo>
                  <a:lnTo>
                    <a:pt x="3937" y="0"/>
                  </a:lnTo>
                  <a:lnTo>
                    <a:pt x="3935" y="0"/>
                  </a:lnTo>
                  <a:lnTo>
                    <a:pt x="3933" y="0"/>
                  </a:lnTo>
                  <a:lnTo>
                    <a:pt x="3931" y="0"/>
                  </a:lnTo>
                  <a:lnTo>
                    <a:pt x="3929" y="0"/>
                  </a:lnTo>
                  <a:lnTo>
                    <a:pt x="3927" y="0"/>
                  </a:lnTo>
                  <a:lnTo>
                    <a:pt x="3925" y="0"/>
                  </a:lnTo>
                  <a:lnTo>
                    <a:pt x="3923" y="0"/>
                  </a:lnTo>
                  <a:lnTo>
                    <a:pt x="3920" y="0"/>
                  </a:lnTo>
                  <a:lnTo>
                    <a:pt x="3918" y="0"/>
                  </a:lnTo>
                  <a:lnTo>
                    <a:pt x="3916" y="0"/>
                  </a:lnTo>
                  <a:lnTo>
                    <a:pt x="3914" y="0"/>
                  </a:lnTo>
                  <a:lnTo>
                    <a:pt x="3912" y="0"/>
                  </a:lnTo>
                  <a:lnTo>
                    <a:pt x="3910" y="0"/>
                  </a:lnTo>
                  <a:lnTo>
                    <a:pt x="3908" y="0"/>
                  </a:lnTo>
                  <a:lnTo>
                    <a:pt x="3905" y="0"/>
                  </a:lnTo>
                  <a:lnTo>
                    <a:pt x="3903" y="0"/>
                  </a:lnTo>
                  <a:lnTo>
                    <a:pt x="3901" y="0"/>
                  </a:lnTo>
                  <a:lnTo>
                    <a:pt x="3899" y="0"/>
                  </a:lnTo>
                  <a:lnTo>
                    <a:pt x="3897" y="0"/>
                  </a:lnTo>
                  <a:lnTo>
                    <a:pt x="3894" y="0"/>
                  </a:lnTo>
                  <a:lnTo>
                    <a:pt x="3892" y="0"/>
                  </a:lnTo>
                  <a:lnTo>
                    <a:pt x="3890" y="0"/>
                  </a:lnTo>
                  <a:lnTo>
                    <a:pt x="3888" y="0"/>
                  </a:lnTo>
                  <a:lnTo>
                    <a:pt x="3885" y="0"/>
                  </a:lnTo>
                  <a:lnTo>
                    <a:pt x="3883" y="0"/>
                  </a:lnTo>
                  <a:lnTo>
                    <a:pt x="3881" y="0"/>
                  </a:lnTo>
                  <a:lnTo>
                    <a:pt x="3879" y="0"/>
                  </a:lnTo>
                  <a:lnTo>
                    <a:pt x="3876" y="0"/>
                  </a:lnTo>
                  <a:lnTo>
                    <a:pt x="3874" y="0"/>
                  </a:lnTo>
                  <a:lnTo>
                    <a:pt x="3872" y="0"/>
                  </a:lnTo>
                  <a:lnTo>
                    <a:pt x="3869" y="0"/>
                  </a:lnTo>
                  <a:lnTo>
                    <a:pt x="3867" y="0"/>
                  </a:lnTo>
                  <a:lnTo>
                    <a:pt x="3865" y="0"/>
                  </a:lnTo>
                  <a:lnTo>
                    <a:pt x="3862" y="0"/>
                  </a:lnTo>
                  <a:lnTo>
                    <a:pt x="3860" y="0"/>
                  </a:lnTo>
                  <a:lnTo>
                    <a:pt x="3858" y="0"/>
                  </a:lnTo>
                  <a:lnTo>
                    <a:pt x="3855" y="0"/>
                  </a:lnTo>
                  <a:lnTo>
                    <a:pt x="3853" y="0"/>
                  </a:lnTo>
                  <a:lnTo>
                    <a:pt x="3851" y="0"/>
                  </a:lnTo>
                  <a:lnTo>
                    <a:pt x="3848" y="0"/>
                  </a:lnTo>
                  <a:lnTo>
                    <a:pt x="3846" y="0"/>
                  </a:lnTo>
                  <a:lnTo>
                    <a:pt x="3844" y="0"/>
                  </a:lnTo>
                  <a:lnTo>
                    <a:pt x="3841" y="0"/>
                  </a:lnTo>
                  <a:lnTo>
                    <a:pt x="3839" y="0"/>
                  </a:lnTo>
                  <a:lnTo>
                    <a:pt x="3836" y="0"/>
                  </a:lnTo>
                  <a:lnTo>
                    <a:pt x="3834" y="0"/>
                  </a:lnTo>
                  <a:lnTo>
                    <a:pt x="3831" y="0"/>
                  </a:lnTo>
                  <a:lnTo>
                    <a:pt x="3829" y="0"/>
                  </a:lnTo>
                  <a:lnTo>
                    <a:pt x="3827" y="0"/>
                  </a:lnTo>
                  <a:lnTo>
                    <a:pt x="3824" y="0"/>
                  </a:lnTo>
                  <a:lnTo>
                    <a:pt x="3822" y="0"/>
                  </a:lnTo>
                  <a:lnTo>
                    <a:pt x="3819" y="0"/>
                  </a:lnTo>
                  <a:lnTo>
                    <a:pt x="3817" y="0"/>
                  </a:lnTo>
                  <a:lnTo>
                    <a:pt x="3814" y="0"/>
                  </a:lnTo>
                  <a:lnTo>
                    <a:pt x="3812" y="0"/>
                  </a:lnTo>
                  <a:lnTo>
                    <a:pt x="3809" y="0"/>
                  </a:lnTo>
                  <a:lnTo>
                    <a:pt x="3807" y="0"/>
                  </a:lnTo>
                  <a:lnTo>
                    <a:pt x="3804" y="0"/>
                  </a:lnTo>
                  <a:lnTo>
                    <a:pt x="3802" y="0"/>
                  </a:lnTo>
                  <a:lnTo>
                    <a:pt x="3799" y="0"/>
                  </a:lnTo>
                  <a:lnTo>
                    <a:pt x="3796" y="0"/>
                  </a:lnTo>
                  <a:lnTo>
                    <a:pt x="3794" y="0"/>
                  </a:lnTo>
                  <a:lnTo>
                    <a:pt x="3791" y="0"/>
                  </a:lnTo>
                  <a:lnTo>
                    <a:pt x="3789" y="0"/>
                  </a:lnTo>
                  <a:lnTo>
                    <a:pt x="3786" y="0"/>
                  </a:lnTo>
                  <a:lnTo>
                    <a:pt x="3783" y="0"/>
                  </a:lnTo>
                  <a:lnTo>
                    <a:pt x="3781" y="0"/>
                  </a:lnTo>
                  <a:lnTo>
                    <a:pt x="3778" y="0"/>
                  </a:lnTo>
                  <a:lnTo>
                    <a:pt x="3776" y="0"/>
                  </a:lnTo>
                  <a:lnTo>
                    <a:pt x="3773" y="0"/>
                  </a:lnTo>
                  <a:lnTo>
                    <a:pt x="3770" y="0"/>
                  </a:lnTo>
                  <a:lnTo>
                    <a:pt x="3768" y="0"/>
                  </a:lnTo>
                  <a:lnTo>
                    <a:pt x="3765" y="0"/>
                  </a:lnTo>
                  <a:lnTo>
                    <a:pt x="3762" y="0"/>
                  </a:lnTo>
                  <a:lnTo>
                    <a:pt x="3759" y="0"/>
                  </a:lnTo>
                  <a:lnTo>
                    <a:pt x="3757" y="0"/>
                  </a:lnTo>
                  <a:lnTo>
                    <a:pt x="3754" y="0"/>
                  </a:lnTo>
                  <a:lnTo>
                    <a:pt x="3751" y="0"/>
                  </a:lnTo>
                  <a:lnTo>
                    <a:pt x="3749" y="0"/>
                  </a:lnTo>
                  <a:lnTo>
                    <a:pt x="3746" y="0"/>
                  </a:lnTo>
                  <a:lnTo>
                    <a:pt x="3743" y="0"/>
                  </a:lnTo>
                  <a:lnTo>
                    <a:pt x="3740" y="1"/>
                  </a:lnTo>
                  <a:lnTo>
                    <a:pt x="3737" y="1"/>
                  </a:lnTo>
                  <a:lnTo>
                    <a:pt x="3735" y="1"/>
                  </a:lnTo>
                  <a:lnTo>
                    <a:pt x="3732" y="1"/>
                  </a:lnTo>
                  <a:lnTo>
                    <a:pt x="3729" y="1"/>
                  </a:lnTo>
                  <a:lnTo>
                    <a:pt x="3726" y="1"/>
                  </a:lnTo>
                  <a:lnTo>
                    <a:pt x="3723" y="1"/>
                  </a:lnTo>
                  <a:lnTo>
                    <a:pt x="3720" y="1"/>
                  </a:lnTo>
                  <a:lnTo>
                    <a:pt x="3718" y="1"/>
                  </a:lnTo>
                  <a:lnTo>
                    <a:pt x="3715" y="1"/>
                  </a:lnTo>
                  <a:lnTo>
                    <a:pt x="3712" y="1"/>
                  </a:lnTo>
                  <a:lnTo>
                    <a:pt x="3709" y="1"/>
                  </a:lnTo>
                  <a:lnTo>
                    <a:pt x="3706" y="1"/>
                  </a:lnTo>
                  <a:lnTo>
                    <a:pt x="3703" y="1"/>
                  </a:lnTo>
                  <a:lnTo>
                    <a:pt x="3700" y="1"/>
                  </a:lnTo>
                  <a:lnTo>
                    <a:pt x="3697" y="1"/>
                  </a:lnTo>
                  <a:lnTo>
                    <a:pt x="3694" y="1"/>
                  </a:lnTo>
                  <a:lnTo>
                    <a:pt x="3691" y="1"/>
                  </a:lnTo>
                  <a:lnTo>
                    <a:pt x="3688" y="1"/>
                  </a:lnTo>
                  <a:lnTo>
                    <a:pt x="3685" y="1"/>
                  </a:lnTo>
                  <a:lnTo>
                    <a:pt x="3682" y="1"/>
                  </a:lnTo>
                  <a:lnTo>
                    <a:pt x="3679" y="1"/>
                  </a:lnTo>
                  <a:lnTo>
                    <a:pt x="3676" y="1"/>
                  </a:lnTo>
                  <a:lnTo>
                    <a:pt x="3673" y="1"/>
                  </a:lnTo>
                  <a:lnTo>
                    <a:pt x="3670" y="1"/>
                  </a:lnTo>
                  <a:lnTo>
                    <a:pt x="3667" y="1"/>
                  </a:lnTo>
                  <a:lnTo>
                    <a:pt x="3664" y="1"/>
                  </a:lnTo>
                  <a:lnTo>
                    <a:pt x="3660" y="1"/>
                  </a:lnTo>
                  <a:lnTo>
                    <a:pt x="3657" y="1"/>
                  </a:lnTo>
                  <a:lnTo>
                    <a:pt x="3654" y="1"/>
                  </a:lnTo>
                  <a:lnTo>
                    <a:pt x="3651" y="1"/>
                  </a:lnTo>
                  <a:lnTo>
                    <a:pt x="3648" y="1"/>
                  </a:lnTo>
                  <a:lnTo>
                    <a:pt x="3645" y="1"/>
                  </a:lnTo>
                  <a:lnTo>
                    <a:pt x="3641" y="1"/>
                  </a:lnTo>
                  <a:lnTo>
                    <a:pt x="3638" y="1"/>
                  </a:lnTo>
                  <a:lnTo>
                    <a:pt x="3635" y="1"/>
                  </a:lnTo>
                  <a:lnTo>
                    <a:pt x="3632" y="1"/>
                  </a:lnTo>
                  <a:lnTo>
                    <a:pt x="3628" y="1"/>
                  </a:lnTo>
                  <a:lnTo>
                    <a:pt x="3625" y="1"/>
                  </a:lnTo>
                  <a:lnTo>
                    <a:pt x="3622" y="1"/>
                  </a:lnTo>
                  <a:lnTo>
                    <a:pt x="3618" y="1"/>
                  </a:lnTo>
                  <a:lnTo>
                    <a:pt x="3615" y="1"/>
                  </a:lnTo>
                  <a:lnTo>
                    <a:pt x="3612" y="1"/>
                  </a:lnTo>
                  <a:lnTo>
                    <a:pt x="3608" y="1"/>
                  </a:lnTo>
                  <a:lnTo>
                    <a:pt x="3605" y="1"/>
                  </a:lnTo>
                  <a:lnTo>
                    <a:pt x="3602" y="1"/>
                  </a:lnTo>
                  <a:lnTo>
                    <a:pt x="3598" y="1"/>
                  </a:lnTo>
                  <a:lnTo>
                    <a:pt x="3595" y="1"/>
                  </a:lnTo>
                  <a:lnTo>
                    <a:pt x="3591" y="1"/>
                  </a:lnTo>
                  <a:lnTo>
                    <a:pt x="3588" y="1"/>
                  </a:lnTo>
                  <a:lnTo>
                    <a:pt x="3584" y="1"/>
                  </a:lnTo>
                  <a:lnTo>
                    <a:pt x="3581" y="1"/>
                  </a:lnTo>
                  <a:lnTo>
                    <a:pt x="3577" y="1"/>
                  </a:lnTo>
                  <a:lnTo>
                    <a:pt x="3574" y="1"/>
                  </a:lnTo>
                  <a:lnTo>
                    <a:pt x="3570" y="1"/>
                  </a:lnTo>
                  <a:lnTo>
                    <a:pt x="3566" y="1"/>
                  </a:lnTo>
                  <a:lnTo>
                    <a:pt x="3563" y="1"/>
                  </a:lnTo>
                  <a:lnTo>
                    <a:pt x="3559" y="1"/>
                  </a:lnTo>
                  <a:lnTo>
                    <a:pt x="3556" y="1"/>
                  </a:lnTo>
                  <a:lnTo>
                    <a:pt x="3552" y="1"/>
                  </a:lnTo>
                  <a:lnTo>
                    <a:pt x="3548" y="1"/>
                  </a:lnTo>
                  <a:lnTo>
                    <a:pt x="3545" y="1"/>
                  </a:lnTo>
                  <a:lnTo>
                    <a:pt x="3541" y="1"/>
                  </a:lnTo>
                  <a:lnTo>
                    <a:pt x="3537" y="1"/>
                  </a:lnTo>
                  <a:lnTo>
                    <a:pt x="3533" y="1"/>
                  </a:lnTo>
                  <a:lnTo>
                    <a:pt x="3529" y="1"/>
                  </a:lnTo>
                  <a:lnTo>
                    <a:pt x="3526" y="1"/>
                  </a:lnTo>
                  <a:lnTo>
                    <a:pt x="3522" y="1"/>
                  </a:lnTo>
                  <a:lnTo>
                    <a:pt x="3518" y="1"/>
                  </a:lnTo>
                  <a:lnTo>
                    <a:pt x="3514" y="1"/>
                  </a:lnTo>
                  <a:lnTo>
                    <a:pt x="3510" y="1"/>
                  </a:lnTo>
                  <a:lnTo>
                    <a:pt x="3506" y="1"/>
                  </a:lnTo>
                  <a:lnTo>
                    <a:pt x="3502" y="2"/>
                  </a:lnTo>
                  <a:lnTo>
                    <a:pt x="3498" y="2"/>
                  </a:lnTo>
                  <a:lnTo>
                    <a:pt x="3494" y="2"/>
                  </a:lnTo>
                  <a:lnTo>
                    <a:pt x="3490" y="2"/>
                  </a:lnTo>
                  <a:lnTo>
                    <a:pt x="3486" y="2"/>
                  </a:lnTo>
                  <a:lnTo>
                    <a:pt x="3482" y="2"/>
                  </a:lnTo>
                  <a:lnTo>
                    <a:pt x="3478" y="2"/>
                  </a:lnTo>
                  <a:lnTo>
                    <a:pt x="3474" y="2"/>
                  </a:lnTo>
                  <a:lnTo>
                    <a:pt x="3470" y="2"/>
                  </a:lnTo>
                  <a:lnTo>
                    <a:pt x="3466" y="2"/>
                  </a:lnTo>
                  <a:lnTo>
                    <a:pt x="3462" y="2"/>
                  </a:lnTo>
                  <a:lnTo>
                    <a:pt x="3457" y="2"/>
                  </a:lnTo>
                  <a:lnTo>
                    <a:pt x="3453" y="2"/>
                  </a:lnTo>
                  <a:lnTo>
                    <a:pt x="3449" y="2"/>
                  </a:lnTo>
                  <a:lnTo>
                    <a:pt x="3445" y="2"/>
                  </a:lnTo>
                  <a:lnTo>
                    <a:pt x="3440" y="2"/>
                  </a:lnTo>
                  <a:lnTo>
                    <a:pt x="3436" y="2"/>
                  </a:lnTo>
                  <a:lnTo>
                    <a:pt x="3432" y="2"/>
                  </a:lnTo>
                  <a:lnTo>
                    <a:pt x="3427" y="2"/>
                  </a:lnTo>
                  <a:lnTo>
                    <a:pt x="3423" y="2"/>
                  </a:lnTo>
                  <a:lnTo>
                    <a:pt x="3418" y="2"/>
                  </a:lnTo>
                  <a:lnTo>
                    <a:pt x="3414" y="2"/>
                  </a:lnTo>
                  <a:lnTo>
                    <a:pt x="3409" y="2"/>
                  </a:lnTo>
                  <a:lnTo>
                    <a:pt x="3405" y="2"/>
                  </a:lnTo>
                  <a:lnTo>
                    <a:pt x="3400" y="2"/>
                  </a:lnTo>
                  <a:lnTo>
                    <a:pt x="3395" y="2"/>
                  </a:lnTo>
                  <a:lnTo>
                    <a:pt x="3391" y="2"/>
                  </a:lnTo>
                  <a:lnTo>
                    <a:pt x="3386" y="2"/>
                  </a:lnTo>
                  <a:lnTo>
                    <a:pt x="3381" y="2"/>
                  </a:lnTo>
                  <a:lnTo>
                    <a:pt x="3377" y="2"/>
                  </a:lnTo>
                  <a:lnTo>
                    <a:pt x="3372" y="3"/>
                  </a:lnTo>
                  <a:lnTo>
                    <a:pt x="3367" y="3"/>
                  </a:lnTo>
                  <a:lnTo>
                    <a:pt x="3362" y="3"/>
                  </a:lnTo>
                  <a:lnTo>
                    <a:pt x="3357" y="3"/>
                  </a:lnTo>
                  <a:lnTo>
                    <a:pt x="3352" y="3"/>
                  </a:lnTo>
                  <a:lnTo>
                    <a:pt x="3348" y="3"/>
                  </a:lnTo>
                  <a:lnTo>
                    <a:pt x="3343" y="3"/>
                  </a:lnTo>
                  <a:lnTo>
                    <a:pt x="3338" y="3"/>
                  </a:lnTo>
                  <a:lnTo>
                    <a:pt x="3332" y="3"/>
                  </a:lnTo>
                  <a:lnTo>
                    <a:pt x="3327" y="3"/>
                  </a:lnTo>
                  <a:lnTo>
                    <a:pt x="3322" y="3"/>
                  </a:lnTo>
                  <a:lnTo>
                    <a:pt x="3317" y="3"/>
                  </a:lnTo>
                  <a:lnTo>
                    <a:pt x="3312" y="3"/>
                  </a:lnTo>
                  <a:lnTo>
                    <a:pt x="3307" y="3"/>
                  </a:lnTo>
                  <a:lnTo>
                    <a:pt x="3301" y="3"/>
                  </a:lnTo>
                  <a:lnTo>
                    <a:pt x="3296" y="3"/>
                  </a:lnTo>
                  <a:lnTo>
                    <a:pt x="3291" y="3"/>
                  </a:lnTo>
                  <a:lnTo>
                    <a:pt x="3285" y="3"/>
                  </a:lnTo>
                  <a:lnTo>
                    <a:pt x="3280" y="4"/>
                  </a:lnTo>
                  <a:lnTo>
                    <a:pt x="3274" y="4"/>
                  </a:lnTo>
                  <a:lnTo>
                    <a:pt x="3269" y="4"/>
                  </a:lnTo>
                  <a:lnTo>
                    <a:pt x="3263" y="4"/>
                  </a:lnTo>
                  <a:lnTo>
                    <a:pt x="3257" y="4"/>
                  </a:lnTo>
                  <a:lnTo>
                    <a:pt x="3252" y="4"/>
                  </a:lnTo>
                  <a:lnTo>
                    <a:pt x="3246" y="4"/>
                  </a:lnTo>
                  <a:lnTo>
                    <a:pt x="3240" y="4"/>
                  </a:lnTo>
                  <a:lnTo>
                    <a:pt x="3234" y="4"/>
                  </a:lnTo>
                  <a:lnTo>
                    <a:pt x="3228" y="4"/>
                  </a:lnTo>
                  <a:lnTo>
                    <a:pt x="3222" y="4"/>
                  </a:lnTo>
                  <a:lnTo>
                    <a:pt x="3216" y="4"/>
                  </a:lnTo>
                  <a:lnTo>
                    <a:pt x="3210" y="4"/>
                  </a:lnTo>
                  <a:lnTo>
                    <a:pt x="3204" y="5"/>
                  </a:lnTo>
                  <a:lnTo>
                    <a:pt x="3198" y="5"/>
                  </a:lnTo>
                  <a:lnTo>
                    <a:pt x="3192" y="5"/>
                  </a:lnTo>
                  <a:lnTo>
                    <a:pt x="3186" y="5"/>
                  </a:lnTo>
                  <a:lnTo>
                    <a:pt x="3179" y="5"/>
                  </a:lnTo>
                  <a:lnTo>
                    <a:pt x="3173" y="5"/>
                  </a:lnTo>
                  <a:lnTo>
                    <a:pt x="3167" y="5"/>
                  </a:lnTo>
                  <a:lnTo>
                    <a:pt x="3160" y="5"/>
                  </a:lnTo>
                  <a:lnTo>
                    <a:pt x="3153" y="5"/>
                  </a:lnTo>
                  <a:lnTo>
                    <a:pt x="3147" y="5"/>
                  </a:lnTo>
                  <a:lnTo>
                    <a:pt x="3140" y="5"/>
                  </a:lnTo>
                  <a:lnTo>
                    <a:pt x="3133" y="6"/>
                  </a:lnTo>
                  <a:lnTo>
                    <a:pt x="3126" y="6"/>
                  </a:lnTo>
                  <a:lnTo>
                    <a:pt x="3120" y="6"/>
                  </a:lnTo>
                  <a:lnTo>
                    <a:pt x="3113" y="6"/>
                  </a:lnTo>
                  <a:lnTo>
                    <a:pt x="3106" y="6"/>
                  </a:lnTo>
                  <a:lnTo>
                    <a:pt x="3098" y="6"/>
                  </a:lnTo>
                  <a:lnTo>
                    <a:pt x="3091" y="6"/>
                  </a:lnTo>
                  <a:lnTo>
                    <a:pt x="3084" y="7"/>
                  </a:lnTo>
                  <a:lnTo>
                    <a:pt x="3077" y="7"/>
                  </a:lnTo>
                  <a:lnTo>
                    <a:pt x="3069" y="7"/>
                  </a:lnTo>
                  <a:lnTo>
                    <a:pt x="3062" y="7"/>
                  </a:lnTo>
                  <a:lnTo>
                    <a:pt x="3054" y="7"/>
                  </a:lnTo>
                  <a:lnTo>
                    <a:pt x="3046" y="7"/>
                  </a:lnTo>
                  <a:lnTo>
                    <a:pt x="3039" y="7"/>
                  </a:lnTo>
                  <a:lnTo>
                    <a:pt x="3031" y="8"/>
                  </a:lnTo>
                  <a:lnTo>
                    <a:pt x="3023" y="8"/>
                  </a:lnTo>
                  <a:lnTo>
                    <a:pt x="3015" y="8"/>
                  </a:lnTo>
                  <a:lnTo>
                    <a:pt x="3007" y="8"/>
                  </a:lnTo>
                  <a:lnTo>
                    <a:pt x="2998" y="8"/>
                  </a:lnTo>
                  <a:lnTo>
                    <a:pt x="2990" y="9"/>
                  </a:lnTo>
                  <a:lnTo>
                    <a:pt x="2982" y="9"/>
                  </a:lnTo>
                  <a:lnTo>
                    <a:pt x="2973" y="9"/>
                  </a:lnTo>
                  <a:lnTo>
                    <a:pt x="2964" y="9"/>
                  </a:lnTo>
                  <a:lnTo>
                    <a:pt x="2956" y="9"/>
                  </a:lnTo>
                  <a:lnTo>
                    <a:pt x="2947" y="10"/>
                  </a:lnTo>
                  <a:lnTo>
                    <a:pt x="2938" y="10"/>
                  </a:lnTo>
                  <a:lnTo>
                    <a:pt x="2928" y="10"/>
                  </a:lnTo>
                  <a:lnTo>
                    <a:pt x="2919" y="10"/>
                  </a:lnTo>
                  <a:lnTo>
                    <a:pt x="2910" y="11"/>
                  </a:lnTo>
                  <a:lnTo>
                    <a:pt x="2900" y="11"/>
                  </a:lnTo>
                  <a:lnTo>
                    <a:pt x="2891" y="11"/>
                  </a:lnTo>
                  <a:lnTo>
                    <a:pt x="2881" y="12"/>
                  </a:lnTo>
                  <a:lnTo>
                    <a:pt x="2871" y="12"/>
                  </a:lnTo>
                  <a:lnTo>
                    <a:pt x="2861" y="12"/>
                  </a:lnTo>
                  <a:lnTo>
                    <a:pt x="2851" y="13"/>
                  </a:lnTo>
                  <a:lnTo>
                    <a:pt x="2840" y="13"/>
                  </a:lnTo>
                  <a:lnTo>
                    <a:pt x="2830" y="13"/>
                  </a:lnTo>
                  <a:lnTo>
                    <a:pt x="2819" y="14"/>
                  </a:lnTo>
                  <a:lnTo>
                    <a:pt x="2808" y="14"/>
                  </a:lnTo>
                  <a:lnTo>
                    <a:pt x="2797" y="14"/>
                  </a:lnTo>
                  <a:lnTo>
                    <a:pt x="2786" y="15"/>
                  </a:lnTo>
                  <a:lnTo>
                    <a:pt x="2774" y="15"/>
                  </a:lnTo>
                  <a:lnTo>
                    <a:pt x="2763" y="16"/>
                  </a:lnTo>
                  <a:lnTo>
                    <a:pt x="2751" y="16"/>
                  </a:lnTo>
                  <a:lnTo>
                    <a:pt x="2739" y="17"/>
                  </a:lnTo>
                  <a:lnTo>
                    <a:pt x="2727" y="17"/>
                  </a:lnTo>
                  <a:lnTo>
                    <a:pt x="2714" y="18"/>
                  </a:lnTo>
                  <a:lnTo>
                    <a:pt x="2701" y="18"/>
                  </a:lnTo>
                  <a:lnTo>
                    <a:pt x="2688" y="19"/>
                  </a:lnTo>
                  <a:lnTo>
                    <a:pt x="2675" y="20"/>
                  </a:lnTo>
                  <a:lnTo>
                    <a:pt x="2662" y="20"/>
                  </a:lnTo>
                  <a:lnTo>
                    <a:pt x="2648" y="21"/>
                  </a:lnTo>
                  <a:lnTo>
                    <a:pt x="2634" y="22"/>
                  </a:lnTo>
                  <a:lnTo>
                    <a:pt x="2620" y="22"/>
                  </a:lnTo>
                  <a:lnTo>
                    <a:pt x="2605" y="23"/>
                  </a:lnTo>
                  <a:lnTo>
                    <a:pt x="2590" y="24"/>
                  </a:lnTo>
                  <a:lnTo>
                    <a:pt x="2575" y="25"/>
                  </a:lnTo>
                  <a:lnTo>
                    <a:pt x="2559" y="26"/>
                  </a:lnTo>
                  <a:lnTo>
                    <a:pt x="2543" y="27"/>
                  </a:lnTo>
                  <a:lnTo>
                    <a:pt x="2527" y="28"/>
                  </a:lnTo>
                  <a:lnTo>
                    <a:pt x="2510" y="29"/>
                  </a:lnTo>
                  <a:lnTo>
                    <a:pt x="2493" y="30"/>
                  </a:lnTo>
                  <a:lnTo>
                    <a:pt x="2475" y="31"/>
                  </a:lnTo>
                  <a:lnTo>
                    <a:pt x="2457" y="32"/>
                  </a:lnTo>
                  <a:lnTo>
                    <a:pt x="2438" y="34"/>
                  </a:lnTo>
                  <a:lnTo>
                    <a:pt x="2419" y="35"/>
                  </a:lnTo>
                  <a:lnTo>
                    <a:pt x="2399" y="37"/>
                  </a:lnTo>
                  <a:lnTo>
                    <a:pt x="2379" y="39"/>
                  </a:lnTo>
                  <a:lnTo>
                    <a:pt x="2358" y="40"/>
                  </a:lnTo>
                  <a:lnTo>
                    <a:pt x="2336" y="42"/>
                  </a:lnTo>
                  <a:lnTo>
                    <a:pt x="2314" y="44"/>
                  </a:lnTo>
                  <a:lnTo>
                    <a:pt x="2291" y="47"/>
                  </a:lnTo>
                  <a:lnTo>
                    <a:pt x="2267" y="49"/>
                  </a:lnTo>
                  <a:lnTo>
                    <a:pt x="2242" y="51"/>
                  </a:lnTo>
                  <a:lnTo>
                    <a:pt x="2217" y="54"/>
                  </a:lnTo>
                  <a:lnTo>
                    <a:pt x="2190" y="57"/>
                  </a:lnTo>
                  <a:lnTo>
                    <a:pt x="2162" y="60"/>
                  </a:lnTo>
                  <a:lnTo>
                    <a:pt x="2133" y="64"/>
                  </a:lnTo>
                  <a:lnTo>
                    <a:pt x="2103" y="67"/>
                  </a:lnTo>
                  <a:lnTo>
                    <a:pt x="2071" y="72"/>
                  </a:lnTo>
                  <a:lnTo>
                    <a:pt x="2038" y="77"/>
                  </a:lnTo>
                  <a:lnTo>
                    <a:pt x="2003" y="82"/>
                  </a:lnTo>
                  <a:lnTo>
                    <a:pt x="1967" y="88"/>
                  </a:lnTo>
                  <a:lnTo>
                    <a:pt x="1928" y="96"/>
                  </a:lnTo>
                  <a:lnTo>
                    <a:pt x="1886" y="104"/>
                  </a:lnTo>
                  <a:lnTo>
                    <a:pt x="1843" y="114"/>
                  </a:lnTo>
                  <a:lnTo>
                    <a:pt x="1796" y="124"/>
                  </a:lnTo>
                  <a:lnTo>
                    <a:pt x="1745" y="137"/>
                  </a:lnTo>
                  <a:lnTo>
                    <a:pt x="1691" y="152"/>
                  </a:lnTo>
                  <a:lnTo>
                    <a:pt x="1632" y="168"/>
                  </a:lnTo>
                  <a:lnTo>
                    <a:pt x="1567" y="188"/>
                  </a:lnTo>
                  <a:lnTo>
                    <a:pt x="1495" y="212"/>
                  </a:lnTo>
                  <a:lnTo>
                    <a:pt x="1415" y="242"/>
                  </a:lnTo>
                  <a:lnTo>
                    <a:pt x="1324" y="282"/>
                  </a:lnTo>
                  <a:lnTo>
                    <a:pt x="1219" y="341"/>
                  </a:lnTo>
                  <a:lnTo>
                    <a:pt x="1095" y="447"/>
                  </a:lnTo>
                  <a:lnTo>
                    <a:pt x="943" y="506"/>
                  </a:lnTo>
                  <a:lnTo>
                    <a:pt x="747" y="647"/>
                  </a:lnTo>
                  <a:lnTo>
                    <a:pt x="472" y="929"/>
                  </a:lnTo>
                  <a:lnTo>
                    <a:pt x="0" y="1527"/>
                  </a:lnTo>
                  <a:close/>
                </a:path>
              </a:pathLst>
            </a:custGeom>
            <a:solidFill>
              <a:srgbClr val="EAF6F0"/>
            </a:solidFill>
            <a:ln w="1270">
              <a:solidFill>
                <a:srgbClr val="2A9D6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00" name="Structure_IQR_Band"/>
            <p:cNvSpPr/>
            <p:nvPr/>
          </p:nvSpPr>
          <p:spPr>
            <a:xfrm>
              <a:off x="4492446" y="2219096"/>
              <a:ext cx="3678166" cy="2948940"/>
            </a:xfrm>
            <a:custGeom>
              <a:avLst/>
              <a:gdLst/>
              <a:ahLst/>
              <a:cxnLst/>
              <a:rect l="l" t="t" r="r" b="b"/>
              <a:pathLst>
                <a:path w="4700" h="3225">
                  <a:moveTo>
                    <a:pt x="0" y="3225"/>
                  </a:moveTo>
                  <a:lnTo>
                    <a:pt x="472" y="3148"/>
                  </a:lnTo>
                  <a:lnTo>
                    <a:pt x="747" y="3105"/>
                  </a:lnTo>
                  <a:lnTo>
                    <a:pt x="943" y="3068"/>
                  </a:lnTo>
                  <a:lnTo>
                    <a:pt x="1095" y="3035"/>
                  </a:lnTo>
                  <a:lnTo>
                    <a:pt x="1219" y="3006"/>
                  </a:lnTo>
                  <a:lnTo>
                    <a:pt x="1324" y="2978"/>
                  </a:lnTo>
                  <a:lnTo>
                    <a:pt x="1415" y="2952"/>
                  </a:lnTo>
                  <a:lnTo>
                    <a:pt x="1495" y="2928"/>
                  </a:lnTo>
                  <a:lnTo>
                    <a:pt x="1567" y="2905"/>
                  </a:lnTo>
                  <a:lnTo>
                    <a:pt x="1632" y="2882"/>
                  </a:lnTo>
                  <a:lnTo>
                    <a:pt x="1691" y="2861"/>
                  </a:lnTo>
                  <a:lnTo>
                    <a:pt x="1745" y="2841"/>
                  </a:lnTo>
                  <a:lnTo>
                    <a:pt x="1796" y="2822"/>
                  </a:lnTo>
                  <a:lnTo>
                    <a:pt x="1843" y="2803"/>
                  </a:lnTo>
                  <a:lnTo>
                    <a:pt x="1886" y="2784"/>
                  </a:lnTo>
                  <a:lnTo>
                    <a:pt x="1928" y="2767"/>
                  </a:lnTo>
                  <a:lnTo>
                    <a:pt x="1967" y="2750"/>
                  </a:lnTo>
                  <a:lnTo>
                    <a:pt x="2003" y="2733"/>
                  </a:lnTo>
                  <a:lnTo>
                    <a:pt x="2038" y="2717"/>
                  </a:lnTo>
                  <a:lnTo>
                    <a:pt x="2071" y="2702"/>
                  </a:lnTo>
                  <a:lnTo>
                    <a:pt x="2103" y="2687"/>
                  </a:lnTo>
                  <a:lnTo>
                    <a:pt x="2133" y="2672"/>
                  </a:lnTo>
                  <a:lnTo>
                    <a:pt x="2162" y="2658"/>
                  </a:lnTo>
                  <a:lnTo>
                    <a:pt x="2190" y="2643"/>
                  </a:lnTo>
                  <a:lnTo>
                    <a:pt x="2217" y="2629"/>
                  </a:lnTo>
                  <a:lnTo>
                    <a:pt x="2242" y="2616"/>
                  </a:lnTo>
                  <a:lnTo>
                    <a:pt x="2267" y="2602"/>
                  </a:lnTo>
                  <a:lnTo>
                    <a:pt x="2291" y="2589"/>
                  </a:lnTo>
                  <a:lnTo>
                    <a:pt x="2314" y="2576"/>
                  </a:lnTo>
                  <a:lnTo>
                    <a:pt x="2336" y="2563"/>
                  </a:lnTo>
                  <a:lnTo>
                    <a:pt x="2358" y="2550"/>
                  </a:lnTo>
                  <a:lnTo>
                    <a:pt x="2379" y="2537"/>
                  </a:lnTo>
                  <a:lnTo>
                    <a:pt x="2399" y="2525"/>
                  </a:lnTo>
                  <a:lnTo>
                    <a:pt x="2419" y="2512"/>
                  </a:lnTo>
                  <a:lnTo>
                    <a:pt x="2438" y="2500"/>
                  </a:lnTo>
                  <a:lnTo>
                    <a:pt x="2457" y="2488"/>
                  </a:lnTo>
                  <a:lnTo>
                    <a:pt x="2475" y="2476"/>
                  </a:lnTo>
                  <a:lnTo>
                    <a:pt x="2493" y="2465"/>
                  </a:lnTo>
                  <a:lnTo>
                    <a:pt x="2510" y="2453"/>
                  </a:lnTo>
                  <a:lnTo>
                    <a:pt x="2527" y="2441"/>
                  </a:lnTo>
                  <a:lnTo>
                    <a:pt x="2543" y="2430"/>
                  </a:lnTo>
                  <a:lnTo>
                    <a:pt x="2559" y="2419"/>
                  </a:lnTo>
                  <a:lnTo>
                    <a:pt x="2575" y="2408"/>
                  </a:lnTo>
                  <a:lnTo>
                    <a:pt x="2590" y="2397"/>
                  </a:lnTo>
                  <a:lnTo>
                    <a:pt x="2605" y="2386"/>
                  </a:lnTo>
                  <a:lnTo>
                    <a:pt x="2620" y="2375"/>
                  </a:lnTo>
                  <a:lnTo>
                    <a:pt x="2634" y="2364"/>
                  </a:lnTo>
                  <a:lnTo>
                    <a:pt x="2648" y="2354"/>
                  </a:lnTo>
                  <a:lnTo>
                    <a:pt x="2662" y="2343"/>
                  </a:lnTo>
                  <a:lnTo>
                    <a:pt x="2675" y="2333"/>
                  </a:lnTo>
                  <a:lnTo>
                    <a:pt x="2688" y="2323"/>
                  </a:lnTo>
                  <a:lnTo>
                    <a:pt x="2701" y="2313"/>
                  </a:lnTo>
                  <a:lnTo>
                    <a:pt x="2714" y="2302"/>
                  </a:lnTo>
                  <a:lnTo>
                    <a:pt x="2727" y="2292"/>
                  </a:lnTo>
                  <a:lnTo>
                    <a:pt x="2739" y="2282"/>
                  </a:lnTo>
                  <a:lnTo>
                    <a:pt x="2751" y="2273"/>
                  </a:lnTo>
                  <a:lnTo>
                    <a:pt x="2763" y="2263"/>
                  </a:lnTo>
                  <a:lnTo>
                    <a:pt x="2774" y="2253"/>
                  </a:lnTo>
                  <a:lnTo>
                    <a:pt x="2786" y="2244"/>
                  </a:lnTo>
                  <a:lnTo>
                    <a:pt x="2797" y="2234"/>
                  </a:lnTo>
                  <a:lnTo>
                    <a:pt x="2808" y="2225"/>
                  </a:lnTo>
                  <a:lnTo>
                    <a:pt x="2819" y="2215"/>
                  </a:lnTo>
                  <a:lnTo>
                    <a:pt x="2830" y="2206"/>
                  </a:lnTo>
                  <a:lnTo>
                    <a:pt x="2840" y="2196"/>
                  </a:lnTo>
                  <a:lnTo>
                    <a:pt x="2851" y="2187"/>
                  </a:lnTo>
                  <a:lnTo>
                    <a:pt x="2861" y="2178"/>
                  </a:lnTo>
                  <a:lnTo>
                    <a:pt x="2871" y="2169"/>
                  </a:lnTo>
                  <a:lnTo>
                    <a:pt x="2881" y="2160"/>
                  </a:lnTo>
                  <a:lnTo>
                    <a:pt x="2891" y="2151"/>
                  </a:lnTo>
                  <a:lnTo>
                    <a:pt x="2900" y="2142"/>
                  </a:lnTo>
                  <a:lnTo>
                    <a:pt x="2910" y="2133"/>
                  </a:lnTo>
                  <a:lnTo>
                    <a:pt x="2919" y="2124"/>
                  </a:lnTo>
                  <a:lnTo>
                    <a:pt x="2928" y="2115"/>
                  </a:lnTo>
                  <a:lnTo>
                    <a:pt x="2938" y="2107"/>
                  </a:lnTo>
                  <a:lnTo>
                    <a:pt x="2947" y="2098"/>
                  </a:lnTo>
                  <a:lnTo>
                    <a:pt x="2956" y="2090"/>
                  </a:lnTo>
                  <a:lnTo>
                    <a:pt x="2964" y="2081"/>
                  </a:lnTo>
                  <a:lnTo>
                    <a:pt x="2973" y="2073"/>
                  </a:lnTo>
                  <a:lnTo>
                    <a:pt x="2982" y="2064"/>
                  </a:lnTo>
                  <a:lnTo>
                    <a:pt x="2990" y="2056"/>
                  </a:lnTo>
                  <a:lnTo>
                    <a:pt x="2998" y="2047"/>
                  </a:lnTo>
                  <a:lnTo>
                    <a:pt x="3007" y="2039"/>
                  </a:lnTo>
                  <a:lnTo>
                    <a:pt x="3015" y="2031"/>
                  </a:lnTo>
                  <a:lnTo>
                    <a:pt x="3023" y="2023"/>
                  </a:lnTo>
                  <a:lnTo>
                    <a:pt x="3031" y="2015"/>
                  </a:lnTo>
                  <a:lnTo>
                    <a:pt x="3039" y="2006"/>
                  </a:lnTo>
                  <a:lnTo>
                    <a:pt x="3046" y="1998"/>
                  </a:lnTo>
                  <a:lnTo>
                    <a:pt x="3054" y="1991"/>
                  </a:lnTo>
                  <a:lnTo>
                    <a:pt x="3062" y="1983"/>
                  </a:lnTo>
                  <a:lnTo>
                    <a:pt x="3069" y="1975"/>
                  </a:lnTo>
                  <a:lnTo>
                    <a:pt x="3077" y="1967"/>
                  </a:lnTo>
                  <a:lnTo>
                    <a:pt x="3084" y="1959"/>
                  </a:lnTo>
                  <a:lnTo>
                    <a:pt x="3091" y="1951"/>
                  </a:lnTo>
                  <a:lnTo>
                    <a:pt x="3098" y="1943"/>
                  </a:lnTo>
                  <a:lnTo>
                    <a:pt x="3106" y="1936"/>
                  </a:lnTo>
                  <a:lnTo>
                    <a:pt x="3113" y="1928"/>
                  </a:lnTo>
                  <a:lnTo>
                    <a:pt x="3120" y="1921"/>
                  </a:lnTo>
                  <a:lnTo>
                    <a:pt x="3126" y="1913"/>
                  </a:lnTo>
                  <a:lnTo>
                    <a:pt x="3133" y="1906"/>
                  </a:lnTo>
                  <a:lnTo>
                    <a:pt x="3140" y="1898"/>
                  </a:lnTo>
                  <a:lnTo>
                    <a:pt x="3147" y="1891"/>
                  </a:lnTo>
                  <a:lnTo>
                    <a:pt x="3153" y="1883"/>
                  </a:lnTo>
                  <a:lnTo>
                    <a:pt x="3160" y="1876"/>
                  </a:lnTo>
                  <a:lnTo>
                    <a:pt x="3167" y="1869"/>
                  </a:lnTo>
                  <a:lnTo>
                    <a:pt x="3173" y="1861"/>
                  </a:lnTo>
                  <a:lnTo>
                    <a:pt x="3179" y="1854"/>
                  </a:lnTo>
                  <a:lnTo>
                    <a:pt x="3186" y="1847"/>
                  </a:lnTo>
                  <a:lnTo>
                    <a:pt x="3192" y="1840"/>
                  </a:lnTo>
                  <a:lnTo>
                    <a:pt x="3198" y="1833"/>
                  </a:lnTo>
                  <a:lnTo>
                    <a:pt x="3204" y="1825"/>
                  </a:lnTo>
                  <a:lnTo>
                    <a:pt x="3210" y="1818"/>
                  </a:lnTo>
                  <a:lnTo>
                    <a:pt x="3216" y="1811"/>
                  </a:lnTo>
                  <a:lnTo>
                    <a:pt x="3222" y="1804"/>
                  </a:lnTo>
                  <a:lnTo>
                    <a:pt x="3228" y="1797"/>
                  </a:lnTo>
                  <a:lnTo>
                    <a:pt x="3234" y="1791"/>
                  </a:lnTo>
                  <a:lnTo>
                    <a:pt x="3240" y="1784"/>
                  </a:lnTo>
                  <a:lnTo>
                    <a:pt x="3246" y="1777"/>
                  </a:lnTo>
                  <a:lnTo>
                    <a:pt x="3252" y="1770"/>
                  </a:lnTo>
                  <a:lnTo>
                    <a:pt x="3257" y="1763"/>
                  </a:lnTo>
                  <a:lnTo>
                    <a:pt x="3263" y="1757"/>
                  </a:lnTo>
                  <a:lnTo>
                    <a:pt x="3269" y="1750"/>
                  </a:lnTo>
                  <a:lnTo>
                    <a:pt x="3274" y="1743"/>
                  </a:lnTo>
                  <a:lnTo>
                    <a:pt x="3280" y="1737"/>
                  </a:lnTo>
                  <a:lnTo>
                    <a:pt x="3285" y="1730"/>
                  </a:lnTo>
                  <a:lnTo>
                    <a:pt x="3291" y="1723"/>
                  </a:lnTo>
                  <a:lnTo>
                    <a:pt x="3296" y="1717"/>
                  </a:lnTo>
                  <a:lnTo>
                    <a:pt x="3301" y="1710"/>
                  </a:lnTo>
                  <a:lnTo>
                    <a:pt x="3307" y="1704"/>
                  </a:lnTo>
                  <a:lnTo>
                    <a:pt x="3312" y="1697"/>
                  </a:lnTo>
                  <a:lnTo>
                    <a:pt x="3317" y="1691"/>
                  </a:lnTo>
                  <a:lnTo>
                    <a:pt x="3322" y="1684"/>
                  </a:lnTo>
                  <a:lnTo>
                    <a:pt x="3327" y="1678"/>
                  </a:lnTo>
                  <a:lnTo>
                    <a:pt x="3332" y="1672"/>
                  </a:lnTo>
                  <a:lnTo>
                    <a:pt x="3338" y="1665"/>
                  </a:lnTo>
                  <a:lnTo>
                    <a:pt x="3343" y="1659"/>
                  </a:lnTo>
                  <a:lnTo>
                    <a:pt x="3348" y="1653"/>
                  </a:lnTo>
                  <a:lnTo>
                    <a:pt x="3352" y="1647"/>
                  </a:lnTo>
                  <a:lnTo>
                    <a:pt x="3357" y="1641"/>
                  </a:lnTo>
                  <a:lnTo>
                    <a:pt x="3362" y="1634"/>
                  </a:lnTo>
                  <a:lnTo>
                    <a:pt x="3367" y="1628"/>
                  </a:lnTo>
                  <a:lnTo>
                    <a:pt x="3372" y="1622"/>
                  </a:lnTo>
                  <a:lnTo>
                    <a:pt x="3377" y="1615"/>
                  </a:lnTo>
                  <a:lnTo>
                    <a:pt x="3381" y="1609"/>
                  </a:lnTo>
                  <a:lnTo>
                    <a:pt x="3386" y="1603"/>
                  </a:lnTo>
                  <a:lnTo>
                    <a:pt x="3391" y="1597"/>
                  </a:lnTo>
                  <a:lnTo>
                    <a:pt x="3395" y="1590"/>
                  </a:lnTo>
                  <a:lnTo>
                    <a:pt x="3400" y="1584"/>
                  </a:lnTo>
                  <a:lnTo>
                    <a:pt x="3405" y="1578"/>
                  </a:lnTo>
                  <a:lnTo>
                    <a:pt x="3409" y="1572"/>
                  </a:lnTo>
                  <a:lnTo>
                    <a:pt x="3414" y="1566"/>
                  </a:lnTo>
                  <a:lnTo>
                    <a:pt x="3418" y="1560"/>
                  </a:lnTo>
                  <a:lnTo>
                    <a:pt x="3423" y="1554"/>
                  </a:lnTo>
                  <a:lnTo>
                    <a:pt x="3427" y="1548"/>
                  </a:lnTo>
                  <a:lnTo>
                    <a:pt x="3432" y="1542"/>
                  </a:lnTo>
                  <a:lnTo>
                    <a:pt x="3436" y="1536"/>
                  </a:lnTo>
                  <a:lnTo>
                    <a:pt x="3440" y="1530"/>
                  </a:lnTo>
                  <a:lnTo>
                    <a:pt x="3445" y="1525"/>
                  </a:lnTo>
                  <a:lnTo>
                    <a:pt x="3449" y="1519"/>
                  </a:lnTo>
                  <a:lnTo>
                    <a:pt x="3453" y="1513"/>
                  </a:lnTo>
                  <a:lnTo>
                    <a:pt x="3457" y="1507"/>
                  </a:lnTo>
                  <a:lnTo>
                    <a:pt x="3462" y="1501"/>
                  </a:lnTo>
                  <a:lnTo>
                    <a:pt x="3466" y="1496"/>
                  </a:lnTo>
                  <a:lnTo>
                    <a:pt x="3470" y="1490"/>
                  </a:lnTo>
                  <a:lnTo>
                    <a:pt x="3474" y="1484"/>
                  </a:lnTo>
                  <a:lnTo>
                    <a:pt x="3478" y="1479"/>
                  </a:lnTo>
                  <a:lnTo>
                    <a:pt x="3482" y="1473"/>
                  </a:lnTo>
                  <a:lnTo>
                    <a:pt x="3486" y="1467"/>
                  </a:lnTo>
                  <a:lnTo>
                    <a:pt x="3490" y="1462"/>
                  </a:lnTo>
                  <a:lnTo>
                    <a:pt x="3494" y="1456"/>
                  </a:lnTo>
                  <a:lnTo>
                    <a:pt x="3498" y="1451"/>
                  </a:lnTo>
                  <a:lnTo>
                    <a:pt x="3502" y="1445"/>
                  </a:lnTo>
                  <a:lnTo>
                    <a:pt x="3506" y="1440"/>
                  </a:lnTo>
                  <a:lnTo>
                    <a:pt x="3510" y="1434"/>
                  </a:lnTo>
                  <a:lnTo>
                    <a:pt x="3514" y="1429"/>
                  </a:lnTo>
                  <a:lnTo>
                    <a:pt x="3518" y="1423"/>
                  </a:lnTo>
                  <a:lnTo>
                    <a:pt x="3522" y="1418"/>
                  </a:lnTo>
                  <a:lnTo>
                    <a:pt x="3526" y="1413"/>
                  </a:lnTo>
                  <a:lnTo>
                    <a:pt x="3529" y="1407"/>
                  </a:lnTo>
                  <a:lnTo>
                    <a:pt x="3533" y="1402"/>
                  </a:lnTo>
                  <a:lnTo>
                    <a:pt x="3537" y="1397"/>
                  </a:lnTo>
                  <a:lnTo>
                    <a:pt x="3541" y="1391"/>
                  </a:lnTo>
                  <a:lnTo>
                    <a:pt x="3545" y="1386"/>
                  </a:lnTo>
                  <a:lnTo>
                    <a:pt x="3548" y="1381"/>
                  </a:lnTo>
                  <a:lnTo>
                    <a:pt x="3552" y="1376"/>
                  </a:lnTo>
                  <a:lnTo>
                    <a:pt x="3556" y="1370"/>
                  </a:lnTo>
                  <a:lnTo>
                    <a:pt x="3559" y="1365"/>
                  </a:lnTo>
                  <a:lnTo>
                    <a:pt x="3563" y="1360"/>
                  </a:lnTo>
                  <a:lnTo>
                    <a:pt x="3566" y="1355"/>
                  </a:lnTo>
                  <a:lnTo>
                    <a:pt x="3570" y="1350"/>
                  </a:lnTo>
                  <a:lnTo>
                    <a:pt x="3574" y="1345"/>
                  </a:lnTo>
                  <a:lnTo>
                    <a:pt x="3577" y="1340"/>
                  </a:lnTo>
                  <a:lnTo>
                    <a:pt x="3581" y="1335"/>
                  </a:lnTo>
                  <a:lnTo>
                    <a:pt x="3584" y="1330"/>
                  </a:lnTo>
                  <a:lnTo>
                    <a:pt x="3588" y="1325"/>
                  </a:lnTo>
                  <a:lnTo>
                    <a:pt x="3591" y="1320"/>
                  </a:lnTo>
                  <a:lnTo>
                    <a:pt x="3595" y="1315"/>
                  </a:lnTo>
                  <a:lnTo>
                    <a:pt x="3598" y="1310"/>
                  </a:lnTo>
                  <a:lnTo>
                    <a:pt x="3602" y="1305"/>
                  </a:lnTo>
                  <a:lnTo>
                    <a:pt x="3605" y="1300"/>
                  </a:lnTo>
                  <a:lnTo>
                    <a:pt x="3608" y="1295"/>
                  </a:lnTo>
                  <a:lnTo>
                    <a:pt x="3612" y="1290"/>
                  </a:lnTo>
                  <a:lnTo>
                    <a:pt x="3615" y="1285"/>
                  </a:lnTo>
                  <a:lnTo>
                    <a:pt x="3618" y="1281"/>
                  </a:lnTo>
                  <a:lnTo>
                    <a:pt x="3622" y="1276"/>
                  </a:lnTo>
                  <a:lnTo>
                    <a:pt x="3625" y="1271"/>
                  </a:lnTo>
                  <a:lnTo>
                    <a:pt x="3628" y="1266"/>
                  </a:lnTo>
                  <a:lnTo>
                    <a:pt x="3632" y="1261"/>
                  </a:lnTo>
                  <a:lnTo>
                    <a:pt x="3635" y="1257"/>
                  </a:lnTo>
                  <a:lnTo>
                    <a:pt x="3638" y="1252"/>
                  </a:lnTo>
                  <a:lnTo>
                    <a:pt x="3641" y="1247"/>
                  </a:lnTo>
                  <a:lnTo>
                    <a:pt x="3645" y="1243"/>
                  </a:lnTo>
                  <a:lnTo>
                    <a:pt x="3648" y="1238"/>
                  </a:lnTo>
                  <a:lnTo>
                    <a:pt x="3651" y="1233"/>
                  </a:lnTo>
                  <a:lnTo>
                    <a:pt x="3654" y="1229"/>
                  </a:lnTo>
                  <a:lnTo>
                    <a:pt x="3657" y="1224"/>
                  </a:lnTo>
                  <a:lnTo>
                    <a:pt x="3660" y="1220"/>
                  </a:lnTo>
                  <a:lnTo>
                    <a:pt x="3664" y="1215"/>
                  </a:lnTo>
                  <a:lnTo>
                    <a:pt x="3667" y="1211"/>
                  </a:lnTo>
                  <a:lnTo>
                    <a:pt x="3670" y="1206"/>
                  </a:lnTo>
                  <a:lnTo>
                    <a:pt x="3673" y="1202"/>
                  </a:lnTo>
                  <a:lnTo>
                    <a:pt x="3676" y="1197"/>
                  </a:lnTo>
                  <a:lnTo>
                    <a:pt x="3679" y="1193"/>
                  </a:lnTo>
                  <a:lnTo>
                    <a:pt x="3682" y="1188"/>
                  </a:lnTo>
                  <a:lnTo>
                    <a:pt x="3685" y="1184"/>
                  </a:lnTo>
                  <a:lnTo>
                    <a:pt x="3688" y="1179"/>
                  </a:lnTo>
                  <a:lnTo>
                    <a:pt x="3691" y="1175"/>
                  </a:lnTo>
                  <a:lnTo>
                    <a:pt x="3694" y="1170"/>
                  </a:lnTo>
                  <a:lnTo>
                    <a:pt x="3697" y="1166"/>
                  </a:lnTo>
                  <a:lnTo>
                    <a:pt x="3700" y="1162"/>
                  </a:lnTo>
                  <a:lnTo>
                    <a:pt x="3703" y="1157"/>
                  </a:lnTo>
                  <a:lnTo>
                    <a:pt x="3706" y="1153"/>
                  </a:lnTo>
                  <a:lnTo>
                    <a:pt x="3709" y="1149"/>
                  </a:lnTo>
                  <a:lnTo>
                    <a:pt x="3712" y="1144"/>
                  </a:lnTo>
                  <a:lnTo>
                    <a:pt x="3715" y="1140"/>
                  </a:lnTo>
                  <a:lnTo>
                    <a:pt x="3718" y="1136"/>
                  </a:lnTo>
                  <a:lnTo>
                    <a:pt x="3720" y="1132"/>
                  </a:lnTo>
                  <a:lnTo>
                    <a:pt x="3723" y="1127"/>
                  </a:lnTo>
                  <a:lnTo>
                    <a:pt x="3726" y="1123"/>
                  </a:lnTo>
                  <a:lnTo>
                    <a:pt x="3729" y="1119"/>
                  </a:lnTo>
                  <a:lnTo>
                    <a:pt x="3732" y="1115"/>
                  </a:lnTo>
                  <a:lnTo>
                    <a:pt x="3735" y="1111"/>
                  </a:lnTo>
                  <a:lnTo>
                    <a:pt x="3737" y="1107"/>
                  </a:lnTo>
                  <a:lnTo>
                    <a:pt x="3740" y="1103"/>
                  </a:lnTo>
                  <a:lnTo>
                    <a:pt x="3743" y="1098"/>
                  </a:lnTo>
                  <a:lnTo>
                    <a:pt x="3746" y="1094"/>
                  </a:lnTo>
                  <a:lnTo>
                    <a:pt x="3749" y="1090"/>
                  </a:lnTo>
                  <a:lnTo>
                    <a:pt x="3751" y="1086"/>
                  </a:lnTo>
                  <a:lnTo>
                    <a:pt x="3754" y="1082"/>
                  </a:lnTo>
                  <a:lnTo>
                    <a:pt x="3757" y="1078"/>
                  </a:lnTo>
                  <a:lnTo>
                    <a:pt x="3759" y="1074"/>
                  </a:lnTo>
                  <a:lnTo>
                    <a:pt x="3762" y="1070"/>
                  </a:lnTo>
                  <a:lnTo>
                    <a:pt x="3765" y="1066"/>
                  </a:lnTo>
                  <a:lnTo>
                    <a:pt x="3768" y="1062"/>
                  </a:lnTo>
                  <a:lnTo>
                    <a:pt x="3770" y="1058"/>
                  </a:lnTo>
                  <a:lnTo>
                    <a:pt x="3773" y="1054"/>
                  </a:lnTo>
                  <a:lnTo>
                    <a:pt x="3776" y="1050"/>
                  </a:lnTo>
                  <a:lnTo>
                    <a:pt x="3778" y="1046"/>
                  </a:lnTo>
                  <a:lnTo>
                    <a:pt x="3781" y="1043"/>
                  </a:lnTo>
                  <a:lnTo>
                    <a:pt x="3783" y="1039"/>
                  </a:lnTo>
                  <a:lnTo>
                    <a:pt x="3786" y="1035"/>
                  </a:lnTo>
                  <a:lnTo>
                    <a:pt x="3789" y="1031"/>
                  </a:lnTo>
                  <a:lnTo>
                    <a:pt x="3791" y="1027"/>
                  </a:lnTo>
                  <a:lnTo>
                    <a:pt x="3794" y="1023"/>
                  </a:lnTo>
                  <a:lnTo>
                    <a:pt x="3796" y="1020"/>
                  </a:lnTo>
                  <a:lnTo>
                    <a:pt x="3799" y="1016"/>
                  </a:lnTo>
                  <a:lnTo>
                    <a:pt x="3802" y="1012"/>
                  </a:lnTo>
                  <a:lnTo>
                    <a:pt x="3804" y="1008"/>
                  </a:lnTo>
                  <a:lnTo>
                    <a:pt x="3807" y="1004"/>
                  </a:lnTo>
                  <a:lnTo>
                    <a:pt x="3809" y="1001"/>
                  </a:lnTo>
                  <a:lnTo>
                    <a:pt x="3812" y="997"/>
                  </a:lnTo>
                  <a:lnTo>
                    <a:pt x="3814" y="993"/>
                  </a:lnTo>
                  <a:lnTo>
                    <a:pt x="3817" y="990"/>
                  </a:lnTo>
                  <a:lnTo>
                    <a:pt x="3819" y="986"/>
                  </a:lnTo>
                  <a:lnTo>
                    <a:pt x="3822" y="982"/>
                  </a:lnTo>
                  <a:lnTo>
                    <a:pt x="3824" y="979"/>
                  </a:lnTo>
                  <a:lnTo>
                    <a:pt x="3827" y="975"/>
                  </a:lnTo>
                  <a:lnTo>
                    <a:pt x="3829" y="971"/>
                  </a:lnTo>
                  <a:lnTo>
                    <a:pt x="3831" y="968"/>
                  </a:lnTo>
                  <a:lnTo>
                    <a:pt x="3834" y="964"/>
                  </a:lnTo>
                  <a:lnTo>
                    <a:pt x="3836" y="960"/>
                  </a:lnTo>
                  <a:lnTo>
                    <a:pt x="3839" y="957"/>
                  </a:lnTo>
                  <a:lnTo>
                    <a:pt x="3841" y="953"/>
                  </a:lnTo>
                  <a:lnTo>
                    <a:pt x="3844" y="950"/>
                  </a:lnTo>
                  <a:lnTo>
                    <a:pt x="3846" y="946"/>
                  </a:lnTo>
                  <a:lnTo>
                    <a:pt x="3848" y="943"/>
                  </a:lnTo>
                  <a:lnTo>
                    <a:pt x="3851" y="939"/>
                  </a:lnTo>
                  <a:lnTo>
                    <a:pt x="3853" y="936"/>
                  </a:lnTo>
                  <a:lnTo>
                    <a:pt x="3855" y="932"/>
                  </a:lnTo>
                  <a:lnTo>
                    <a:pt x="3858" y="929"/>
                  </a:lnTo>
                  <a:lnTo>
                    <a:pt x="3860" y="925"/>
                  </a:lnTo>
                  <a:lnTo>
                    <a:pt x="3862" y="922"/>
                  </a:lnTo>
                  <a:lnTo>
                    <a:pt x="3865" y="918"/>
                  </a:lnTo>
                  <a:lnTo>
                    <a:pt x="3867" y="915"/>
                  </a:lnTo>
                  <a:lnTo>
                    <a:pt x="3869" y="912"/>
                  </a:lnTo>
                  <a:lnTo>
                    <a:pt x="3872" y="908"/>
                  </a:lnTo>
                  <a:lnTo>
                    <a:pt x="3874" y="905"/>
                  </a:lnTo>
                  <a:lnTo>
                    <a:pt x="3876" y="902"/>
                  </a:lnTo>
                  <a:lnTo>
                    <a:pt x="3879" y="898"/>
                  </a:lnTo>
                  <a:lnTo>
                    <a:pt x="3881" y="895"/>
                  </a:lnTo>
                  <a:lnTo>
                    <a:pt x="3883" y="892"/>
                  </a:lnTo>
                  <a:lnTo>
                    <a:pt x="3885" y="888"/>
                  </a:lnTo>
                  <a:lnTo>
                    <a:pt x="3888" y="885"/>
                  </a:lnTo>
                  <a:lnTo>
                    <a:pt x="3890" y="882"/>
                  </a:lnTo>
                  <a:lnTo>
                    <a:pt x="3892" y="878"/>
                  </a:lnTo>
                  <a:lnTo>
                    <a:pt x="3894" y="875"/>
                  </a:lnTo>
                  <a:lnTo>
                    <a:pt x="3897" y="872"/>
                  </a:lnTo>
                  <a:lnTo>
                    <a:pt x="3899" y="869"/>
                  </a:lnTo>
                  <a:lnTo>
                    <a:pt x="3901" y="865"/>
                  </a:lnTo>
                  <a:lnTo>
                    <a:pt x="3903" y="862"/>
                  </a:lnTo>
                  <a:lnTo>
                    <a:pt x="3905" y="859"/>
                  </a:lnTo>
                  <a:lnTo>
                    <a:pt x="3908" y="856"/>
                  </a:lnTo>
                  <a:lnTo>
                    <a:pt x="3910" y="852"/>
                  </a:lnTo>
                  <a:lnTo>
                    <a:pt x="3912" y="849"/>
                  </a:lnTo>
                  <a:lnTo>
                    <a:pt x="3914" y="846"/>
                  </a:lnTo>
                  <a:lnTo>
                    <a:pt x="3916" y="843"/>
                  </a:lnTo>
                  <a:lnTo>
                    <a:pt x="3918" y="840"/>
                  </a:lnTo>
                  <a:lnTo>
                    <a:pt x="3920" y="837"/>
                  </a:lnTo>
                  <a:lnTo>
                    <a:pt x="3923" y="834"/>
                  </a:lnTo>
                  <a:lnTo>
                    <a:pt x="3925" y="830"/>
                  </a:lnTo>
                  <a:lnTo>
                    <a:pt x="3927" y="827"/>
                  </a:lnTo>
                  <a:lnTo>
                    <a:pt x="3929" y="824"/>
                  </a:lnTo>
                  <a:lnTo>
                    <a:pt x="3931" y="821"/>
                  </a:lnTo>
                  <a:lnTo>
                    <a:pt x="3933" y="818"/>
                  </a:lnTo>
                  <a:lnTo>
                    <a:pt x="3935" y="815"/>
                  </a:lnTo>
                  <a:lnTo>
                    <a:pt x="3937" y="812"/>
                  </a:lnTo>
                  <a:lnTo>
                    <a:pt x="3939" y="809"/>
                  </a:lnTo>
                  <a:lnTo>
                    <a:pt x="3942" y="806"/>
                  </a:lnTo>
                  <a:lnTo>
                    <a:pt x="3944" y="803"/>
                  </a:lnTo>
                  <a:lnTo>
                    <a:pt x="3946" y="800"/>
                  </a:lnTo>
                  <a:lnTo>
                    <a:pt x="3948" y="797"/>
                  </a:lnTo>
                  <a:lnTo>
                    <a:pt x="3950" y="794"/>
                  </a:lnTo>
                  <a:lnTo>
                    <a:pt x="3952" y="791"/>
                  </a:lnTo>
                  <a:lnTo>
                    <a:pt x="3954" y="788"/>
                  </a:lnTo>
                  <a:lnTo>
                    <a:pt x="3956" y="785"/>
                  </a:lnTo>
                  <a:lnTo>
                    <a:pt x="3958" y="782"/>
                  </a:lnTo>
                  <a:lnTo>
                    <a:pt x="3960" y="779"/>
                  </a:lnTo>
                  <a:lnTo>
                    <a:pt x="3962" y="776"/>
                  </a:lnTo>
                  <a:lnTo>
                    <a:pt x="3964" y="773"/>
                  </a:lnTo>
                  <a:lnTo>
                    <a:pt x="3966" y="770"/>
                  </a:lnTo>
                  <a:lnTo>
                    <a:pt x="3968" y="767"/>
                  </a:lnTo>
                  <a:lnTo>
                    <a:pt x="3970" y="764"/>
                  </a:lnTo>
                  <a:lnTo>
                    <a:pt x="3972" y="762"/>
                  </a:lnTo>
                  <a:lnTo>
                    <a:pt x="3974" y="759"/>
                  </a:lnTo>
                  <a:lnTo>
                    <a:pt x="3976" y="756"/>
                  </a:lnTo>
                  <a:lnTo>
                    <a:pt x="3978" y="753"/>
                  </a:lnTo>
                  <a:lnTo>
                    <a:pt x="3980" y="750"/>
                  </a:lnTo>
                  <a:lnTo>
                    <a:pt x="3982" y="747"/>
                  </a:lnTo>
                  <a:lnTo>
                    <a:pt x="3984" y="744"/>
                  </a:lnTo>
                  <a:lnTo>
                    <a:pt x="3986" y="742"/>
                  </a:lnTo>
                  <a:lnTo>
                    <a:pt x="3988" y="739"/>
                  </a:lnTo>
                  <a:lnTo>
                    <a:pt x="3990" y="736"/>
                  </a:lnTo>
                  <a:lnTo>
                    <a:pt x="3992" y="733"/>
                  </a:lnTo>
                  <a:lnTo>
                    <a:pt x="3993" y="731"/>
                  </a:lnTo>
                  <a:lnTo>
                    <a:pt x="3995" y="728"/>
                  </a:lnTo>
                  <a:lnTo>
                    <a:pt x="3997" y="725"/>
                  </a:lnTo>
                  <a:lnTo>
                    <a:pt x="3999" y="722"/>
                  </a:lnTo>
                  <a:lnTo>
                    <a:pt x="4001" y="719"/>
                  </a:lnTo>
                  <a:lnTo>
                    <a:pt x="4003" y="717"/>
                  </a:lnTo>
                  <a:lnTo>
                    <a:pt x="4005" y="714"/>
                  </a:lnTo>
                  <a:lnTo>
                    <a:pt x="4007" y="711"/>
                  </a:lnTo>
                  <a:lnTo>
                    <a:pt x="4009" y="709"/>
                  </a:lnTo>
                  <a:lnTo>
                    <a:pt x="4011" y="706"/>
                  </a:lnTo>
                  <a:lnTo>
                    <a:pt x="4012" y="703"/>
                  </a:lnTo>
                  <a:lnTo>
                    <a:pt x="4014" y="701"/>
                  </a:lnTo>
                  <a:lnTo>
                    <a:pt x="4016" y="698"/>
                  </a:lnTo>
                  <a:lnTo>
                    <a:pt x="4018" y="695"/>
                  </a:lnTo>
                  <a:lnTo>
                    <a:pt x="4020" y="693"/>
                  </a:lnTo>
                  <a:lnTo>
                    <a:pt x="4022" y="690"/>
                  </a:lnTo>
                  <a:lnTo>
                    <a:pt x="4024" y="687"/>
                  </a:lnTo>
                  <a:lnTo>
                    <a:pt x="4025" y="685"/>
                  </a:lnTo>
                  <a:lnTo>
                    <a:pt x="4027" y="682"/>
                  </a:lnTo>
                  <a:lnTo>
                    <a:pt x="4029" y="680"/>
                  </a:lnTo>
                  <a:lnTo>
                    <a:pt x="4031" y="677"/>
                  </a:lnTo>
                  <a:lnTo>
                    <a:pt x="4033" y="674"/>
                  </a:lnTo>
                  <a:lnTo>
                    <a:pt x="4034" y="672"/>
                  </a:lnTo>
                  <a:lnTo>
                    <a:pt x="4036" y="669"/>
                  </a:lnTo>
                  <a:lnTo>
                    <a:pt x="4038" y="667"/>
                  </a:lnTo>
                  <a:lnTo>
                    <a:pt x="4040" y="664"/>
                  </a:lnTo>
                  <a:lnTo>
                    <a:pt x="4042" y="662"/>
                  </a:lnTo>
                  <a:lnTo>
                    <a:pt x="4043" y="659"/>
                  </a:lnTo>
                  <a:lnTo>
                    <a:pt x="4045" y="657"/>
                  </a:lnTo>
                  <a:lnTo>
                    <a:pt x="4047" y="654"/>
                  </a:lnTo>
                  <a:lnTo>
                    <a:pt x="4049" y="652"/>
                  </a:lnTo>
                  <a:lnTo>
                    <a:pt x="4051" y="649"/>
                  </a:lnTo>
                  <a:lnTo>
                    <a:pt x="4052" y="647"/>
                  </a:lnTo>
                  <a:lnTo>
                    <a:pt x="4054" y="644"/>
                  </a:lnTo>
                  <a:lnTo>
                    <a:pt x="4056" y="642"/>
                  </a:lnTo>
                  <a:lnTo>
                    <a:pt x="4058" y="639"/>
                  </a:lnTo>
                  <a:lnTo>
                    <a:pt x="4059" y="637"/>
                  </a:lnTo>
                  <a:lnTo>
                    <a:pt x="4061" y="634"/>
                  </a:lnTo>
                  <a:lnTo>
                    <a:pt x="4063" y="632"/>
                  </a:lnTo>
                  <a:lnTo>
                    <a:pt x="4065" y="629"/>
                  </a:lnTo>
                  <a:lnTo>
                    <a:pt x="4066" y="627"/>
                  </a:lnTo>
                  <a:lnTo>
                    <a:pt x="4068" y="625"/>
                  </a:lnTo>
                  <a:lnTo>
                    <a:pt x="4070" y="622"/>
                  </a:lnTo>
                  <a:lnTo>
                    <a:pt x="4071" y="620"/>
                  </a:lnTo>
                  <a:lnTo>
                    <a:pt x="4073" y="617"/>
                  </a:lnTo>
                  <a:lnTo>
                    <a:pt x="4075" y="615"/>
                  </a:lnTo>
                  <a:lnTo>
                    <a:pt x="4077" y="613"/>
                  </a:lnTo>
                  <a:lnTo>
                    <a:pt x="4078" y="610"/>
                  </a:lnTo>
                  <a:lnTo>
                    <a:pt x="4080" y="608"/>
                  </a:lnTo>
                  <a:lnTo>
                    <a:pt x="4082" y="605"/>
                  </a:lnTo>
                  <a:lnTo>
                    <a:pt x="4083" y="603"/>
                  </a:lnTo>
                  <a:lnTo>
                    <a:pt x="4085" y="601"/>
                  </a:lnTo>
                  <a:lnTo>
                    <a:pt x="4087" y="598"/>
                  </a:lnTo>
                  <a:lnTo>
                    <a:pt x="4088" y="596"/>
                  </a:lnTo>
                  <a:lnTo>
                    <a:pt x="4090" y="594"/>
                  </a:lnTo>
                  <a:lnTo>
                    <a:pt x="4092" y="592"/>
                  </a:lnTo>
                  <a:lnTo>
                    <a:pt x="4093" y="589"/>
                  </a:lnTo>
                  <a:lnTo>
                    <a:pt x="4095" y="587"/>
                  </a:lnTo>
                  <a:lnTo>
                    <a:pt x="4097" y="585"/>
                  </a:lnTo>
                  <a:lnTo>
                    <a:pt x="4098" y="582"/>
                  </a:lnTo>
                  <a:lnTo>
                    <a:pt x="4100" y="580"/>
                  </a:lnTo>
                  <a:lnTo>
                    <a:pt x="4102" y="578"/>
                  </a:lnTo>
                  <a:lnTo>
                    <a:pt x="4103" y="576"/>
                  </a:lnTo>
                  <a:lnTo>
                    <a:pt x="4105" y="573"/>
                  </a:lnTo>
                  <a:lnTo>
                    <a:pt x="4107" y="571"/>
                  </a:lnTo>
                  <a:lnTo>
                    <a:pt x="4108" y="569"/>
                  </a:lnTo>
                  <a:lnTo>
                    <a:pt x="4110" y="567"/>
                  </a:lnTo>
                  <a:lnTo>
                    <a:pt x="4111" y="564"/>
                  </a:lnTo>
                  <a:lnTo>
                    <a:pt x="4113" y="562"/>
                  </a:lnTo>
                  <a:lnTo>
                    <a:pt x="4115" y="560"/>
                  </a:lnTo>
                  <a:lnTo>
                    <a:pt x="4116" y="558"/>
                  </a:lnTo>
                  <a:lnTo>
                    <a:pt x="4118" y="556"/>
                  </a:lnTo>
                  <a:lnTo>
                    <a:pt x="4119" y="553"/>
                  </a:lnTo>
                  <a:lnTo>
                    <a:pt x="4121" y="551"/>
                  </a:lnTo>
                  <a:lnTo>
                    <a:pt x="4123" y="549"/>
                  </a:lnTo>
                  <a:lnTo>
                    <a:pt x="4124" y="547"/>
                  </a:lnTo>
                  <a:lnTo>
                    <a:pt x="4126" y="545"/>
                  </a:lnTo>
                  <a:lnTo>
                    <a:pt x="4127" y="543"/>
                  </a:lnTo>
                  <a:lnTo>
                    <a:pt x="4129" y="540"/>
                  </a:lnTo>
                  <a:lnTo>
                    <a:pt x="4130" y="538"/>
                  </a:lnTo>
                  <a:lnTo>
                    <a:pt x="4132" y="536"/>
                  </a:lnTo>
                  <a:lnTo>
                    <a:pt x="4134" y="534"/>
                  </a:lnTo>
                  <a:lnTo>
                    <a:pt x="4135" y="532"/>
                  </a:lnTo>
                  <a:lnTo>
                    <a:pt x="4137" y="530"/>
                  </a:lnTo>
                  <a:lnTo>
                    <a:pt x="4138" y="528"/>
                  </a:lnTo>
                  <a:lnTo>
                    <a:pt x="4140" y="526"/>
                  </a:lnTo>
                  <a:lnTo>
                    <a:pt x="4141" y="524"/>
                  </a:lnTo>
                  <a:lnTo>
                    <a:pt x="4143" y="522"/>
                  </a:lnTo>
                  <a:lnTo>
                    <a:pt x="4144" y="519"/>
                  </a:lnTo>
                  <a:lnTo>
                    <a:pt x="4146" y="517"/>
                  </a:lnTo>
                  <a:lnTo>
                    <a:pt x="4148" y="515"/>
                  </a:lnTo>
                  <a:lnTo>
                    <a:pt x="4149" y="513"/>
                  </a:lnTo>
                  <a:lnTo>
                    <a:pt x="4151" y="511"/>
                  </a:lnTo>
                  <a:lnTo>
                    <a:pt x="4152" y="509"/>
                  </a:lnTo>
                  <a:lnTo>
                    <a:pt x="4154" y="507"/>
                  </a:lnTo>
                  <a:lnTo>
                    <a:pt x="4155" y="505"/>
                  </a:lnTo>
                  <a:lnTo>
                    <a:pt x="4157" y="503"/>
                  </a:lnTo>
                  <a:lnTo>
                    <a:pt x="4158" y="501"/>
                  </a:lnTo>
                  <a:lnTo>
                    <a:pt x="4160" y="499"/>
                  </a:lnTo>
                  <a:lnTo>
                    <a:pt x="4161" y="497"/>
                  </a:lnTo>
                  <a:lnTo>
                    <a:pt x="4163" y="495"/>
                  </a:lnTo>
                  <a:lnTo>
                    <a:pt x="4164" y="493"/>
                  </a:lnTo>
                  <a:lnTo>
                    <a:pt x="4166" y="491"/>
                  </a:lnTo>
                  <a:lnTo>
                    <a:pt x="4167" y="489"/>
                  </a:lnTo>
                  <a:lnTo>
                    <a:pt x="4169" y="487"/>
                  </a:lnTo>
                  <a:lnTo>
                    <a:pt x="4170" y="485"/>
                  </a:lnTo>
                  <a:lnTo>
                    <a:pt x="4172" y="483"/>
                  </a:lnTo>
                  <a:lnTo>
                    <a:pt x="4173" y="481"/>
                  </a:lnTo>
                  <a:lnTo>
                    <a:pt x="4175" y="479"/>
                  </a:lnTo>
                  <a:lnTo>
                    <a:pt x="4176" y="477"/>
                  </a:lnTo>
                  <a:lnTo>
                    <a:pt x="4178" y="476"/>
                  </a:lnTo>
                  <a:lnTo>
                    <a:pt x="4179" y="474"/>
                  </a:lnTo>
                  <a:lnTo>
                    <a:pt x="4180" y="472"/>
                  </a:lnTo>
                  <a:lnTo>
                    <a:pt x="4182" y="470"/>
                  </a:lnTo>
                  <a:lnTo>
                    <a:pt x="4183" y="468"/>
                  </a:lnTo>
                  <a:lnTo>
                    <a:pt x="4185" y="466"/>
                  </a:lnTo>
                  <a:lnTo>
                    <a:pt x="4186" y="464"/>
                  </a:lnTo>
                  <a:lnTo>
                    <a:pt x="4188" y="462"/>
                  </a:lnTo>
                  <a:lnTo>
                    <a:pt x="4189" y="460"/>
                  </a:lnTo>
                  <a:lnTo>
                    <a:pt x="4191" y="458"/>
                  </a:lnTo>
                  <a:lnTo>
                    <a:pt x="4192" y="457"/>
                  </a:lnTo>
                  <a:lnTo>
                    <a:pt x="4193" y="455"/>
                  </a:lnTo>
                  <a:lnTo>
                    <a:pt x="4195" y="453"/>
                  </a:lnTo>
                  <a:lnTo>
                    <a:pt x="4196" y="451"/>
                  </a:lnTo>
                  <a:lnTo>
                    <a:pt x="4198" y="449"/>
                  </a:lnTo>
                  <a:lnTo>
                    <a:pt x="4199" y="447"/>
                  </a:lnTo>
                  <a:lnTo>
                    <a:pt x="4201" y="445"/>
                  </a:lnTo>
                  <a:lnTo>
                    <a:pt x="4202" y="444"/>
                  </a:lnTo>
                  <a:lnTo>
                    <a:pt x="4203" y="442"/>
                  </a:lnTo>
                  <a:lnTo>
                    <a:pt x="4205" y="440"/>
                  </a:lnTo>
                  <a:lnTo>
                    <a:pt x="4206" y="438"/>
                  </a:lnTo>
                  <a:lnTo>
                    <a:pt x="4208" y="436"/>
                  </a:lnTo>
                  <a:lnTo>
                    <a:pt x="4209" y="435"/>
                  </a:lnTo>
                  <a:lnTo>
                    <a:pt x="4210" y="433"/>
                  </a:lnTo>
                  <a:lnTo>
                    <a:pt x="4212" y="431"/>
                  </a:lnTo>
                  <a:lnTo>
                    <a:pt x="4213" y="429"/>
                  </a:lnTo>
                  <a:lnTo>
                    <a:pt x="4215" y="427"/>
                  </a:lnTo>
                  <a:lnTo>
                    <a:pt x="4216" y="426"/>
                  </a:lnTo>
                  <a:lnTo>
                    <a:pt x="4217" y="424"/>
                  </a:lnTo>
                  <a:lnTo>
                    <a:pt x="4219" y="422"/>
                  </a:lnTo>
                  <a:lnTo>
                    <a:pt x="4220" y="420"/>
                  </a:lnTo>
                  <a:lnTo>
                    <a:pt x="4222" y="419"/>
                  </a:lnTo>
                  <a:lnTo>
                    <a:pt x="4223" y="417"/>
                  </a:lnTo>
                  <a:lnTo>
                    <a:pt x="4224" y="415"/>
                  </a:lnTo>
                  <a:lnTo>
                    <a:pt x="4226" y="413"/>
                  </a:lnTo>
                  <a:lnTo>
                    <a:pt x="4227" y="412"/>
                  </a:lnTo>
                  <a:lnTo>
                    <a:pt x="4228" y="410"/>
                  </a:lnTo>
                  <a:lnTo>
                    <a:pt x="4230" y="408"/>
                  </a:lnTo>
                  <a:lnTo>
                    <a:pt x="4231" y="407"/>
                  </a:lnTo>
                  <a:lnTo>
                    <a:pt x="4232" y="405"/>
                  </a:lnTo>
                  <a:lnTo>
                    <a:pt x="4234" y="403"/>
                  </a:lnTo>
                  <a:lnTo>
                    <a:pt x="4235" y="401"/>
                  </a:lnTo>
                  <a:lnTo>
                    <a:pt x="4237" y="400"/>
                  </a:lnTo>
                  <a:lnTo>
                    <a:pt x="4238" y="398"/>
                  </a:lnTo>
                  <a:lnTo>
                    <a:pt x="4239" y="396"/>
                  </a:lnTo>
                  <a:lnTo>
                    <a:pt x="4241" y="395"/>
                  </a:lnTo>
                  <a:lnTo>
                    <a:pt x="4242" y="393"/>
                  </a:lnTo>
                  <a:lnTo>
                    <a:pt x="4243" y="391"/>
                  </a:lnTo>
                  <a:lnTo>
                    <a:pt x="4245" y="390"/>
                  </a:lnTo>
                  <a:lnTo>
                    <a:pt x="4246" y="388"/>
                  </a:lnTo>
                  <a:lnTo>
                    <a:pt x="4247" y="386"/>
                  </a:lnTo>
                  <a:lnTo>
                    <a:pt x="4248" y="385"/>
                  </a:lnTo>
                  <a:lnTo>
                    <a:pt x="4250" y="383"/>
                  </a:lnTo>
                  <a:lnTo>
                    <a:pt x="4251" y="382"/>
                  </a:lnTo>
                  <a:lnTo>
                    <a:pt x="4252" y="380"/>
                  </a:lnTo>
                  <a:lnTo>
                    <a:pt x="4254" y="378"/>
                  </a:lnTo>
                  <a:lnTo>
                    <a:pt x="4255" y="376"/>
                  </a:lnTo>
                  <a:lnTo>
                    <a:pt x="4256" y="375"/>
                  </a:lnTo>
                  <a:lnTo>
                    <a:pt x="4258" y="373"/>
                  </a:lnTo>
                  <a:lnTo>
                    <a:pt x="4259" y="372"/>
                  </a:lnTo>
                  <a:lnTo>
                    <a:pt x="4260" y="370"/>
                  </a:lnTo>
                  <a:lnTo>
                    <a:pt x="4262" y="368"/>
                  </a:lnTo>
                  <a:lnTo>
                    <a:pt x="4263" y="367"/>
                  </a:lnTo>
                  <a:lnTo>
                    <a:pt x="4264" y="365"/>
                  </a:lnTo>
                  <a:lnTo>
                    <a:pt x="4265" y="363"/>
                  </a:lnTo>
                  <a:lnTo>
                    <a:pt x="4267" y="362"/>
                  </a:lnTo>
                  <a:lnTo>
                    <a:pt x="4268" y="360"/>
                  </a:lnTo>
                  <a:lnTo>
                    <a:pt x="4269" y="359"/>
                  </a:lnTo>
                  <a:lnTo>
                    <a:pt x="4271" y="357"/>
                  </a:lnTo>
                  <a:lnTo>
                    <a:pt x="4272" y="355"/>
                  </a:lnTo>
                  <a:lnTo>
                    <a:pt x="4273" y="354"/>
                  </a:lnTo>
                  <a:lnTo>
                    <a:pt x="4274" y="352"/>
                  </a:lnTo>
                  <a:lnTo>
                    <a:pt x="4276" y="351"/>
                  </a:lnTo>
                  <a:lnTo>
                    <a:pt x="4277" y="349"/>
                  </a:lnTo>
                  <a:lnTo>
                    <a:pt x="4278" y="347"/>
                  </a:lnTo>
                  <a:lnTo>
                    <a:pt x="4279" y="346"/>
                  </a:lnTo>
                  <a:lnTo>
                    <a:pt x="4281" y="344"/>
                  </a:lnTo>
                  <a:lnTo>
                    <a:pt x="4282" y="343"/>
                  </a:lnTo>
                  <a:lnTo>
                    <a:pt x="4283" y="341"/>
                  </a:lnTo>
                  <a:lnTo>
                    <a:pt x="4285" y="340"/>
                  </a:lnTo>
                  <a:lnTo>
                    <a:pt x="4286" y="338"/>
                  </a:lnTo>
                  <a:lnTo>
                    <a:pt x="4287" y="337"/>
                  </a:lnTo>
                  <a:lnTo>
                    <a:pt x="4288" y="335"/>
                  </a:lnTo>
                  <a:lnTo>
                    <a:pt x="4290" y="334"/>
                  </a:lnTo>
                  <a:lnTo>
                    <a:pt x="4291" y="332"/>
                  </a:lnTo>
                  <a:lnTo>
                    <a:pt x="4292" y="330"/>
                  </a:lnTo>
                  <a:lnTo>
                    <a:pt x="4293" y="329"/>
                  </a:lnTo>
                  <a:lnTo>
                    <a:pt x="4294" y="327"/>
                  </a:lnTo>
                  <a:lnTo>
                    <a:pt x="4296" y="326"/>
                  </a:lnTo>
                  <a:lnTo>
                    <a:pt x="4297" y="324"/>
                  </a:lnTo>
                  <a:lnTo>
                    <a:pt x="4298" y="323"/>
                  </a:lnTo>
                  <a:lnTo>
                    <a:pt x="4299" y="321"/>
                  </a:lnTo>
                  <a:lnTo>
                    <a:pt x="4301" y="320"/>
                  </a:lnTo>
                  <a:lnTo>
                    <a:pt x="4302" y="318"/>
                  </a:lnTo>
                  <a:lnTo>
                    <a:pt x="4303" y="317"/>
                  </a:lnTo>
                  <a:lnTo>
                    <a:pt x="4304" y="316"/>
                  </a:lnTo>
                  <a:lnTo>
                    <a:pt x="4305" y="314"/>
                  </a:lnTo>
                  <a:lnTo>
                    <a:pt x="4307" y="313"/>
                  </a:lnTo>
                  <a:lnTo>
                    <a:pt x="4308" y="311"/>
                  </a:lnTo>
                  <a:lnTo>
                    <a:pt x="4309" y="310"/>
                  </a:lnTo>
                  <a:lnTo>
                    <a:pt x="4310" y="308"/>
                  </a:lnTo>
                  <a:lnTo>
                    <a:pt x="4312" y="307"/>
                  </a:lnTo>
                  <a:lnTo>
                    <a:pt x="4313" y="305"/>
                  </a:lnTo>
                  <a:lnTo>
                    <a:pt x="4314" y="304"/>
                  </a:lnTo>
                  <a:lnTo>
                    <a:pt x="4315" y="303"/>
                  </a:lnTo>
                  <a:lnTo>
                    <a:pt x="4316" y="301"/>
                  </a:lnTo>
                  <a:lnTo>
                    <a:pt x="4318" y="300"/>
                  </a:lnTo>
                  <a:lnTo>
                    <a:pt x="4319" y="298"/>
                  </a:lnTo>
                  <a:lnTo>
                    <a:pt x="4320" y="297"/>
                  </a:lnTo>
                  <a:lnTo>
                    <a:pt x="4321" y="296"/>
                  </a:lnTo>
                  <a:lnTo>
                    <a:pt x="4322" y="294"/>
                  </a:lnTo>
                  <a:lnTo>
                    <a:pt x="4323" y="293"/>
                  </a:lnTo>
                  <a:lnTo>
                    <a:pt x="4325" y="291"/>
                  </a:lnTo>
                  <a:lnTo>
                    <a:pt x="4326" y="290"/>
                  </a:lnTo>
                  <a:lnTo>
                    <a:pt x="4327" y="289"/>
                  </a:lnTo>
                  <a:lnTo>
                    <a:pt x="4328" y="287"/>
                  </a:lnTo>
                  <a:lnTo>
                    <a:pt x="4329" y="286"/>
                  </a:lnTo>
                  <a:lnTo>
                    <a:pt x="4331" y="284"/>
                  </a:lnTo>
                  <a:lnTo>
                    <a:pt x="4332" y="283"/>
                  </a:lnTo>
                  <a:lnTo>
                    <a:pt x="4333" y="282"/>
                  </a:lnTo>
                  <a:lnTo>
                    <a:pt x="4334" y="280"/>
                  </a:lnTo>
                  <a:lnTo>
                    <a:pt x="4335" y="279"/>
                  </a:lnTo>
                  <a:lnTo>
                    <a:pt x="4336" y="278"/>
                  </a:lnTo>
                  <a:lnTo>
                    <a:pt x="4338" y="276"/>
                  </a:lnTo>
                  <a:lnTo>
                    <a:pt x="4339" y="275"/>
                  </a:lnTo>
                  <a:lnTo>
                    <a:pt x="4340" y="274"/>
                  </a:lnTo>
                  <a:lnTo>
                    <a:pt x="4341" y="272"/>
                  </a:lnTo>
                  <a:lnTo>
                    <a:pt x="4342" y="271"/>
                  </a:lnTo>
                  <a:lnTo>
                    <a:pt x="4343" y="270"/>
                  </a:lnTo>
                  <a:lnTo>
                    <a:pt x="4344" y="268"/>
                  </a:lnTo>
                  <a:lnTo>
                    <a:pt x="4346" y="267"/>
                  </a:lnTo>
                  <a:lnTo>
                    <a:pt x="4347" y="266"/>
                  </a:lnTo>
                  <a:lnTo>
                    <a:pt x="4348" y="264"/>
                  </a:lnTo>
                  <a:lnTo>
                    <a:pt x="4349" y="263"/>
                  </a:lnTo>
                  <a:lnTo>
                    <a:pt x="4350" y="262"/>
                  </a:lnTo>
                  <a:lnTo>
                    <a:pt x="4351" y="261"/>
                  </a:lnTo>
                  <a:lnTo>
                    <a:pt x="4352" y="259"/>
                  </a:lnTo>
                  <a:lnTo>
                    <a:pt x="4354" y="258"/>
                  </a:lnTo>
                  <a:lnTo>
                    <a:pt x="4355" y="257"/>
                  </a:lnTo>
                  <a:lnTo>
                    <a:pt x="4356" y="255"/>
                  </a:lnTo>
                  <a:lnTo>
                    <a:pt x="4357" y="254"/>
                  </a:lnTo>
                  <a:lnTo>
                    <a:pt x="4358" y="253"/>
                  </a:lnTo>
                  <a:lnTo>
                    <a:pt x="4359" y="252"/>
                  </a:lnTo>
                  <a:lnTo>
                    <a:pt x="4360" y="250"/>
                  </a:lnTo>
                  <a:lnTo>
                    <a:pt x="4361" y="249"/>
                  </a:lnTo>
                  <a:lnTo>
                    <a:pt x="4363" y="248"/>
                  </a:lnTo>
                  <a:lnTo>
                    <a:pt x="4364" y="247"/>
                  </a:lnTo>
                  <a:lnTo>
                    <a:pt x="4365" y="245"/>
                  </a:lnTo>
                  <a:lnTo>
                    <a:pt x="4366" y="244"/>
                  </a:lnTo>
                  <a:lnTo>
                    <a:pt x="4367" y="243"/>
                  </a:lnTo>
                  <a:lnTo>
                    <a:pt x="4368" y="242"/>
                  </a:lnTo>
                  <a:lnTo>
                    <a:pt x="4369" y="240"/>
                  </a:lnTo>
                  <a:lnTo>
                    <a:pt x="4370" y="239"/>
                  </a:lnTo>
                  <a:lnTo>
                    <a:pt x="4371" y="238"/>
                  </a:lnTo>
                  <a:lnTo>
                    <a:pt x="4373" y="237"/>
                  </a:lnTo>
                  <a:lnTo>
                    <a:pt x="4374" y="236"/>
                  </a:lnTo>
                  <a:lnTo>
                    <a:pt x="4375" y="234"/>
                  </a:lnTo>
                  <a:lnTo>
                    <a:pt x="4376" y="233"/>
                  </a:lnTo>
                  <a:lnTo>
                    <a:pt x="4377" y="232"/>
                  </a:lnTo>
                  <a:lnTo>
                    <a:pt x="4378" y="231"/>
                  </a:lnTo>
                  <a:lnTo>
                    <a:pt x="4379" y="230"/>
                  </a:lnTo>
                  <a:lnTo>
                    <a:pt x="4380" y="228"/>
                  </a:lnTo>
                  <a:lnTo>
                    <a:pt x="4381" y="227"/>
                  </a:lnTo>
                  <a:lnTo>
                    <a:pt x="4382" y="226"/>
                  </a:lnTo>
                  <a:lnTo>
                    <a:pt x="4383" y="225"/>
                  </a:lnTo>
                  <a:lnTo>
                    <a:pt x="4385" y="224"/>
                  </a:lnTo>
                  <a:lnTo>
                    <a:pt x="4386" y="223"/>
                  </a:lnTo>
                  <a:lnTo>
                    <a:pt x="4387" y="222"/>
                  </a:lnTo>
                  <a:lnTo>
                    <a:pt x="4388" y="221"/>
                  </a:lnTo>
                  <a:lnTo>
                    <a:pt x="4389" y="219"/>
                  </a:lnTo>
                  <a:lnTo>
                    <a:pt x="4390" y="218"/>
                  </a:lnTo>
                  <a:lnTo>
                    <a:pt x="4391" y="217"/>
                  </a:lnTo>
                  <a:lnTo>
                    <a:pt x="4392" y="216"/>
                  </a:lnTo>
                  <a:lnTo>
                    <a:pt x="4393" y="215"/>
                  </a:lnTo>
                  <a:lnTo>
                    <a:pt x="4394" y="214"/>
                  </a:lnTo>
                  <a:lnTo>
                    <a:pt x="4395" y="213"/>
                  </a:lnTo>
                  <a:lnTo>
                    <a:pt x="4396" y="212"/>
                  </a:lnTo>
                  <a:lnTo>
                    <a:pt x="4397" y="211"/>
                  </a:lnTo>
                  <a:lnTo>
                    <a:pt x="4398" y="210"/>
                  </a:lnTo>
                  <a:lnTo>
                    <a:pt x="4400" y="209"/>
                  </a:lnTo>
                  <a:lnTo>
                    <a:pt x="4401" y="208"/>
                  </a:lnTo>
                  <a:lnTo>
                    <a:pt x="4402" y="207"/>
                  </a:lnTo>
                  <a:lnTo>
                    <a:pt x="4403" y="206"/>
                  </a:lnTo>
                  <a:lnTo>
                    <a:pt x="4404" y="205"/>
                  </a:lnTo>
                  <a:lnTo>
                    <a:pt x="4405" y="204"/>
                  </a:lnTo>
                  <a:lnTo>
                    <a:pt x="4406" y="202"/>
                  </a:lnTo>
                  <a:lnTo>
                    <a:pt x="4407" y="201"/>
                  </a:lnTo>
                  <a:lnTo>
                    <a:pt x="4408" y="200"/>
                  </a:lnTo>
                  <a:lnTo>
                    <a:pt x="4409" y="199"/>
                  </a:lnTo>
                  <a:lnTo>
                    <a:pt x="4410" y="198"/>
                  </a:lnTo>
                  <a:lnTo>
                    <a:pt x="4411" y="197"/>
                  </a:lnTo>
                  <a:lnTo>
                    <a:pt x="4412" y="196"/>
                  </a:lnTo>
                  <a:lnTo>
                    <a:pt x="4413" y="195"/>
                  </a:lnTo>
                  <a:lnTo>
                    <a:pt x="4414" y="194"/>
                  </a:lnTo>
                  <a:lnTo>
                    <a:pt x="4415" y="193"/>
                  </a:lnTo>
                  <a:lnTo>
                    <a:pt x="4416" y="192"/>
                  </a:lnTo>
                  <a:lnTo>
                    <a:pt x="4417" y="191"/>
                  </a:lnTo>
                  <a:lnTo>
                    <a:pt x="4418" y="190"/>
                  </a:lnTo>
                  <a:lnTo>
                    <a:pt x="4419" y="189"/>
                  </a:lnTo>
                  <a:lnTo>
                    <a:pt x="4420" y="188"/>
                  </a:lnTo>
                  <a:lnTo>
                    <a:pt x="4421" y="187"/>
                  </a:lnTo>
                  <a:lnTo>
                    <a:pt x="4422" y="186"/>
                  </a:lnTo>
                  <a:lnTo>
                    <a:pt x="4423" y="185"/>
                  </a:lnTo>
                  <a:lnTo>
                    <a:pt x="4424" y="184"/>
                  </a:lnTo>
                  <a:lnTo>
                    <a:pt x="4425" y="183"/>
                  </a:lnTo>
                  <a:lnTo>
                    <a:pt x="4427" y="182"/>
                  </a:lnTo>
                  <a:lnTo>
                    <a:pt x="4428" y="181"/>
                  </a:lnTo>
                  <a:lnTo>
                    <a:pt x="4429" y="180"/>
                  </a:lnTo>
                  <a:lnTo>
                    <a:pt x="4430" y="179"/>
                  </a:lnTo>
                  <a:lnTo>
                    <a:pt x="4431" y="179"/>
                  </a:lnTo>
                  <a:lnTo>
                    <a:pt x="4432" y="178"/>
                  </a:lnTo>
                  <a:lnTo>
                    <a:pt x="4433" y="177"/>
                  </a:lnTo>
                  <a:lnTo>
                    <a:pt x="4434" y="176"/>
                  </a:lnTo>
                  <a:lnTo>
                    <a:pt x="4435" y="175"/>
                  </a:lnTo>
                  <a:lnTo>
                    <a:pt x="4436" y="174"/>
                  </a:lnTo>
                  <a:lnTo>
                    <a:pt x="4437" y="173"/>
                  </a:lnTo>
                  <a:lnTo>
                    <a:pt x="4438" y="172"/>
                  </a:lnTo>
                  <a:lnTo>
                    <a:pt x="4439" y="171"/>
                  </a:lnTo>
                  <a:lnTo>
                    <a:pt x="4440" y="170"/>
                  </a:lnTo>
                  <a:lnTo>
                    <a:pt x="4441" y="169"/>
                  </a:lnTo>
                  <a:lnTo>
                    <a:pt x="4442" y="168"/>
                  </a:lnTo>
                  <a:lnTo>
                    <a:pt x="4443" y="167"/>
                  </a:lnTo>
                  <a:lnTo>
                    <a:pt x="4444" y="166"/>
                  </a:lnTo>
                  <a:lnTo>
                    <a:pt x="4445" y="165"/>
                  </a:lnTo>
                  <a:lnTo>
                    <a:pt x="4446" y="164"/>
                  </a:lnTo>
                  <a:lnTo>
                    <a:pt x="4447" y="164"/>
                  </a:lnTo>
                  <a:lnTo>
                    <a:pt x="4448" y="163"/>
                  </a:lnTo>
                  <a:lnTo>
                    <a:pt x="4449" y="162"/>
                  </a:lnTo>
                  <a:lnTo>
                    <a:pt x="4449" y="161"/>
                  </a:lnTo>
                  <a:lnTo>
                    <a:pt x="4450" y="160"/>
                  </a:lnTo>
                  <a:lnTo>
                    <a:pt x="4451" y="159"/>
                  </a:lnTo>
                  <a:lnTo>
                    <a:pt x="4452" y="158"/>
                  </a:lnTo>
                  <a:lnTo>
                    <a:pt x="4453" y="157"/>
                  </a:lnTo>
                  <a:lnTo>
                    <a:pt x="4454" y="156"/>
                  </a:lnTo>
                  <a:lnTo>
                    <a:pt x="4455" y="155"/>
                  </a:lnTo>
                  <a:lnTo>
                    <a:pt x="4456" y="155"/>
                  </a:lnTo>
                  <a:lnTo>
                    <a:pt x="4457" y="154"/>
                  </a:lnTo>
                  <a:lnTo>
                    <a:pt x="4458" y="153"/>
                  </a:lnTo>
                  <a:lnTo>
                    <a:pt x="4459" y="152"/>
                  </a:lnTo>
                  <a:lnTo>
                    <a:pt x="4460" y="151"/>
                  </a:lnTo>
                  <a:lnTo>
                    <a:pt x="4461" y="150"/>
                  </a:lnTo>
                  <a:lnTo>
                    <a:pt x="4462" y="149"/>
                  </a:lnTo>
                  <a:lnTo>
                    <a:pt x="4463" y="149"/>
                  </a:lnTo>
                  <a:lnTo>
                    <a:pt x="4464" y="148"/>
                  </a:lnTo>
                  <a:lnTo>
                    <a:pt x="4465" y="147"/>
                  </a:lnTo>
                  <a:lnTo>
                    <a:pt x="4466" y="146"/>
                  </a:lnTo>
                  <a:lnTo>
                    <a:pt x="4467" y="145"/>
                  </a:lnTo>
                  <a:lnTo>
                    <a:pt x="4468" y="144"/>
                  </a:lnTo>
                  <a:lnTo>
                    <a:pt x="4469" y="143"/>
                  </a:lnTo>
                  <a:lnTo>
                    <a:pt x="4470" y="143"/>
                  </a:lnTo>
                  <a:lnTo>
                    <a:pt x="4471" y="142"/>
                  </a:lnTo>
                  <a:lnTo>
                    <a:pt x="4472" y="141"/>
                  </a:lnTo>
                  <a:lnTo>
                    <a:pt x="4473" y="140"/>
                  </a:lnTo>
                  <a:lnTo>
                    <a:pt x="4474" y="139"/>
                  </a:lnTo>
                  <a:lnTo>
                    <a:pt x="4475" y="138"/>
                  </a:lnTo>
                  <a:lnTo>
                    <a:pt x="4476" y="138"/>
                  </a:lnTo>
                  <a:lnTo>
                    <a:pt x="4476" y="137"/>
                  </a:lnTo>
                  <a:lnTo>
                    <a:pt x="4477" y="136"/>
                  </a:lnTo>
                  <a:lnTo>
                    <a:pt x="4478" y="135"/>
                  </a:lnTo>
                  <a:lnTo>
                    <a:pt x="4479" y="134"/>
                  </a:lnTo>
                  <a:lnTo>
                    <a:pt x="4480" y="133"/>
                  </a:lnTo>
                  <a:lnTo>
                    <a:pt x="4481" y="133"/>
                  </a:lnTo>
                  <a:lnTo>
                    <a:pt x="4482" y="132"/>
                  </a:lnTo>
                  <a:lnTo>
                    <a:pt x="4483" y="131"/>
                  </a:lnTo>
                  <a:lnTo>
                    <a:pt x="4484" y="130"/>
                  </a:lnTo>
                  <a:lnTo>
                    <a:pt x="4485" y="129"/>
                  </a:lnTo>
                  <a:lnTo>
                    <a:pt x="4486" y="129"/>
                  </a:lnTo>
                  <a:lnTo>
                    <a:pt x="4487" y="128"/>
                  </a:lnTo>
                  <a:lnTo>
                    <a:pt x="4488" y="127"/>
                  </a:lnTo>
                  <a:lnTo>
                    <a:pt x="4489" y="126"/>
                  </a:lnTo>
                  <a:lnTo>
                    <a:pt x="4490" y="125"/>
                  </a:lnTo>
                  <a:lnTo>
                    <a:pt x="4491" y="125"/>
                  </a:lnTo>
                  <a:lnTo>
                    <a:pt x="4491" y="124"/>
                  </a:lnTo>
                  <a:lnTo>
                    <a:pt x="4492" y="123"/>
                  </a:lnTo>
                  <a:lnTo>
                    <a:pt x="4493" y="122"/>
                  </a:lnTo>
                  <a:lnTo>
                    <a:pt x="4494" y="122"/>
                  </a:lnTo>
                  <a:lnTo>
                    <a:pt x="4495" y="121"/>
                  </a:lnTo>
                  <a:lnTo>
                    <a:pt x="4496" y="120"/>
                  </a:lnTo>
                  <a:lnTo>
                    <a:pt x="4497" y="119"/>
                  </a:lnTo>
                  <a:lnTo>
                    <a:pt x="4498" y="119"/>
                  </a:lnTo>
                  <a:lnTo>
                    <a:pt x="4499" y="118"/>
                  </a:lnTo>
                  <a:lnTo>
                    <a:pt x="4500" y="117"/>
                  </a:lnTo>
                  <a:lnTo>
                    <a:pt x="4501" y="116"/>
                  </a:lnTo>
                  <a:lnTo>
                    <a:pt x="4502" y="116"/>
                  </a:lnTo>
                  <a:lnTo>
                    <a:pt x="4502" y="115"/>
                  </a:lnTo>
                  <a:lnTo>
                    <a:pt x="4503" y="114"/>
                  </a:lnTo>
                  <a:lnTo>
                    <a:pt x="4504" y="113"/>
                  </a:lnTo>
                  <a:lnTo>
                    <a:pt x="4505" y="113"/>
                  </a:lnTo>
                  <a:lnTo>
                    <a:pt x="4506" y="112"/>
                  </a:lnTo>
                  <a:lnTo>
                    <a:pt x="4507" y="111"/>
                  </a:lnTo>
                  <a:lnTo>
                    <a:pt x="4508" y="110"/>
                  </a:lnTo>
                  <a:lnTo>
                    <a:pt x="4509" y="110"/>
                  </a:lnTo>
                  <a:lnTo>
                    <a:pt x="4510" y="109"/>
                  </a:lnTo>
                  <a:lnTo>
                    <a:pt x="4511" y="108"/>
                  </a:lnTo>
                  <a:lnTo>
                    <a:pt x="4511" y="107"/>
                  </a:lnTo>
                  <a:lnTo>
                    <a:pt x="4512" y="107"/>
                  </a:lnTo>
                  <a:lnTo>
                    <a:pt x="4513" y="106"/>
                  </a:lnTo>
                  <a:lnTo>
                    <a:pt x="4514" y="105"/>
                  </a:lnTo>
                  <a:lnTo>
                    <a:pt x="4515" y="104"/>
                  </a:lnTo>
                  <a:lnTo>
                    <a:pt x="4516" y="104"/>
                  </a:lnTo>
                  <a:lnTo>
                    <a:pt x="4517" y="103"/>
                  </a:lnTo>
                  <a:lnTo>
                    <a:pt x="4518" y="102"/>
                  </a:lnTo>
                  <a:lnTo>
                    <a:pt x="4519" y="102"/>
                  </a:lnTo>
                  <a:lnTo>
                    <a:pt x="4520" y="101"/>
                  </a:lnTo>
                  <a:lnTo>
                    <a:pt x="4520" y="100"/>
                  </a:lnTo>
                  <a:lnTo>
                    <a:pt x="4521" y="100"/>
                  </a:lnTo>
                  <a:lnTo>
                    <a:pt x="4522" y="99"/>
                  </a:lnTo>
                  <a:lnTo>
                    <a:pt x="4523" y="98"/>
                  </a:lnTo>
                  <a:lnTo>
                    <a:pt x="4524" y="97"/>
                  </a:lnTo>
                  <a:lnTo>
                    <a:pt x="4525" y="97"/>
                  </a:lnTo>
                  <a:lnTo>
                    <a:pt x="4526" y="96"/>
                  </a:lnTo>
                  <a:lnTo>
                    <a:pt x="4527" y="95"/>
                  </a:lnTo>
                  <a:lnTo>
                    <a:pt x="4527" y="95"/>
                  </a:lnTo>
                  <a:lnTo>
                    <a:pt x="4528" y="94"/>
                  </a:lnTo>
                  <a:lnTo>
                    <a:pt x="4529" y="93"/>
                  </a:lnTo>
                  <a:lnTo>
                    <a:pt x="4530" y="93"/>
                  </a:lnTo>
                  <a:lnTo>
                    <a:pt x="4531" y="92"/>
                  </a:lnTo>
                  <a:lnTo>
                    <a:pt x="4532" y="91"/>
                  </a:lnTo>
                  <a:lnTo>
                    <a:pt x="4533" y="91"/>
                  </a:lnTo>
                  <a:lnTo>
                    <a:pt x="4534" y="90"/>
                  </a:lnTo>
                  <a:lnTo>
                    <a:pt x="4534" y="89"/>
                  </a:lnTo>
                  <a:lnTo>
                    <a:pt x="4535" y="89"/>
                  </a:lnTo>
                  <a:lnTo>
                    <a:pt x="4536" y="88"/>
                  </a:lnTo>
                  <a:lnTo>
                    <a:pt x="4537" y="87"/>
                  </a:lnTo>
                  <a:lnTo>
                    <a:pt x="4538" y="87"/>
                  </a:lnTo>
                  <a:lnTo>
                    <a:pt x="4539" y="86"/>
                  </a:lnTo>
                  <a:lnTo>
                    <a:pt x="4540" y="85"/>
                  </a:lnTo>
                  <a:lnTo>
                    <a:pt x="4540" y="85"/>
                  </a:lnTo>
                  <a:lnTo>
                    <a:pt x="4541" y="84"/>
                  </a:lnTo>
                  <a:lnTo>
                    <a:pt x="4542" y="84"/>
                  </a:lnTo>
                  <a:lnTo>
                    <a:pt x="4543" y="83"/>
                  </a:lnTo>
                  <a:lnTo>
                    <a:pt x="4544" y="82"/>
                  </a:lnTo>
                  <a:lnTo>
                    <a:pt x="4545" y="82"/>
                  </a:lnTo>
                  <a:lnTo>
                    <a:pt x="4546" y="81"/>
                  </a:lnTo>
                  <a:lnTo>
                    <a:pt x="4546" y="80"/>
                  </a:lnTo>
                  <a:lnTo>
                    <a:pt x="4547" y="80"/>
                  </a:lnTo>
                  <a:lnTo>
                    <a:pt x="4548" y="79"/>
                  </a:lnTo>
                  <a:lnTo>
                    <a:pt x="4549" y="78"/>
                  </a:lnTo>
                  <a:lnTo>
                    <a:pt x="4550" y="78"/>
                  </a:lnTo>
                  <a:lnTo>
                    <a:pt x="4551" y="77"/>
                  </a:lnTo>
                  <a:lnTo>
                    <a:pt x="4552" y="77"/>
                  </a:lnTo>
                  <a:lnTo>
                    <a:pt x="4552" y="76"/>
                  </a:lnTo>
                  <a:lnTo>
                    <a:pt x="4553" y="75"/>
                  </a:lnTo>
                  <a:lnTo>
                    <a:pt x="4554" y="75"/>
                  </a:lnTo>
                  <a:lnTo>
                    <a:pt x="4555" y="74"/>
                  </a:lnTo>
                  <a:lnTo>
                    <a:pt x="4556" y="74"/>
                  </a:lnTo>
                  <a:lnTo>
                    <a:pt x="4557" y="73"/>
                  </a:lnTo>
                  <a:lnTo>
                    <a:pt x="4557" y="72"/>
                  </a:lnTo>
                  <a:lnTo>
                    <a:pt x="4558" y="72"/>
                  </a:lnTo>
                  <a:lnTo>
                    <a:pt x="4559" y="71"/>
                  </a:lnTo>
                  <a:lnTo>
                    <a:pt x="4560" y="71"/>
                  </a:lnTo>
                  <a:lnTo>
                    <a:pt x="4561" y="70"/>
                  </a:lnTo>
                  <a:lnTo>
                    <a:pt x="4562" y="69"/>
                  </a:lnTo>
                  <a:lnTo>
                    <a:pt x="4562" y="69"/>
                  </a:lnTo>
                  <a:lnTo>
                    <a:pt x="4563" y="68"/>
                  </a:lnTo>
                  <a:lnTo>
                    <a:pt x="4564" y="68"/>
                  </a:lnTo>
                  <a:lnTo>
                    <a:pt x="4565" y="67"/>
                  </a:lnTo>
                  <a:lnTo>
                    <a:pt x="4566" y="67"/>
                  </a:lnTo>
                  <a:lnTo>
                    <a:pt x="4567" y="66"/>
                  </a:lnTo>
                  <a:lnTo>
                    <a:pt x="4567" y="65"/>
                  </a:lnTo>
                  <a:lnTo>
                    <a:pt x="4568" y="65"/>
                  </a:lnTo>
                  <a:lnTo>
                    <a:pt x="4569" y="64"/>
                  </a:lnTo>
                  <a:lnTo>
                    <a:pt x="4570" y="64"/>
                  </a:lnTo>
                  <a:lnTo>
                    <a:pt x="4571" y="63"/>
                  </a:lnTo>
                  <a:lnTo>
                    <a:pt x="4572" y="63"/>
                  </a:lnTo>
                  <a:lnTo>
                    <a:pt x="4572" y="62"/>
                  </a:lnTo>
                  <a:lnTo>
                    <a:pt x="4573" y="61"/>
                  </a:lnTo>
                  <a:lnTo>
                    <a:pt x="4574" y="61"/>
                  </a:lnTo>
                  <a:lnTo>
                    <a:pt x="4575" y="60"/>
                  </a:lnTo>
                  <a:lnTo>
                    <a:pt x="4576" y="60"/>
                  </a:lnTo>
                  <a:lnTo>
                    <a:pt x="4576" y="59"/>
                  </a:lnTo>
                  <a:lnTo>
                    <a:pt x="4577" y="59"/>
                  </a:lnTo>
                  <a:lnTo>
                    <a:pt x="4578" y="58"/>
                  </a:lnTo>
                  <a:lnTo>
                    <a:pt x="4579" y="58"/>
                  </a:lnTo>
                  <a:lnTo>
                    <a:pt x="4580" y="57"/>
                  </a:lnTo>
                  <a:lnTo>
                    <a:pt x="4581" y="57"/>
                  </a:lnTo>
                  <a:lnTo>
                    <a:pt x="4581" y="56"/>
                  </a:lnTo>
                  <a:lnTo>
                    <a:pt x="4582" y="55"/>
                  </a:lnTo>
                  <a:lnTo>
                    <a:pt x="4583" y="55"/>
                  </a:lnTo>
                  <a:lnTo>
                    <a:pt x="4584" y="54"/>
                  </a:lnTo>
                  <a:lnTo>
                    <a:pt x="4585" y="54"/>
                  </a:lnTo>
                  <a:lnTo>
                    <a:pt x="4585" y="53"/>
                  </a:lnTo>
                  <a:lnTo>
                    <a:pt x="4586" y="53"/>
                  </a:lnTo>
                  <a:lnTo>
                    <a:pt x="4587" y="52"/>
                  </a:lnTo>
                  <a:lnTo>
                    <a:pt x="4588" y="52"/>
                  </a:lnTo>
                  <a:lnTo>
                    <a:pt x="4589" y="51"/>
                  </a:lnTo>
                  <a:lnTo>
                    <a:pt x="4589" y="51"/>
                  </a:lnTo>
                  <a:lnTo>
                    <a:pt x="4590" y="50"/>
                  </a:lnTo>
                  <a:lnTo>
                    <a:pt x="4591" y="50"/>
                  </a:lnTo>
                  <a:lnTo>
                    <a:pt x="4592" y="49"/>
                  </a:lnTo>
                  <a:lnTo>
                    <a:pt x="4593" y="49"/>
                  </a:lnTo>
                  <a:lnTo>
                    <a:pt x="4593" y="48"/>
                  </a:lnTo>
                  <a:lnTo>
                    <a:pt x="4594" y="48"/>
                  </a:lnTo>
                  <a:lnTo>
                    <a:pt x="4595" y="47"/>
                  </a:lnTo>
                  <a:lnTo>
                    <a:pt x="4596" y="47"/>
                  </a:lnTo>
                  <a:lnTo>
                    <a:pt x="4597" y="46"/>
                  </a:lnTo>
                  <a:lnTo>
                    <a:pt x="4597" y="46"/>
                  </a:lnTo>
                  <a:lnTo>
                    <a:pt x="4598" y="45"/>
                  </a:lnTo>
                  <a:lnTo>
                    <a:pt x="4599" y="45"/>
                  </a:lnTo>
                  <a:lnTo>
                    <a:pt x="4600" y="44"/>
                  </a:lnTo>
                  <a:lnTo>
                    <a:pt x="4601" y="44"/>
                  </a:lnTo>
                  <a:lnTo>
                    <a:pt x="4601" y="43"/>
                  </a:lnTo>
                  <a:lnTo>
                    <a:pt x="4602" y="43"/>
                  </a:lnTo>
                  <a:lnTo>
                    <a:pt x="4603" y="42"/>
                  </a:lnTo>
                  <a:lnTo>
                    <a:pt x="4604" y="42"/>
                  </a:lnTo>
                  <a:lnTo>
                    <a:pt x="4604" y="41"/>
                  </a:lnTo>
                  <a:lnTo>
                    <a:pt x="4605" y="41"/>
                  </a:lnTo>
                  <a:lnTo>
                    <a:pt x="4606" y="40"/>
                  </a:lnTo>
                  <a:lnTo>
                    <a:pt x="4607" y="40"/>
                  </a:lnTo>
                  <a:lnTo>
                    <a:pt x="4608" y="40"/>
                  </a:lnTo>
                  <a:lnTo>
                    <a:pt x="4608" y="39"/>
                  </a:lnTo>
                  <a:lnTo>
                    <a:pt x="4609" y="39"/>
                  </a:lnTo>
                  <a:lnTo>
                    <a:pt x="4610" y="38"/>
                  </a:lnTo>
                  <a:lnTo>
                    <a:pt x="4611" y="38"/>
                  </a:lnTo>
                  <a:lnTo>
                    <a:pt x="4611" y="37"/>
                  </a:lnTo>
                  <a:lnTo>
                    <a:pt x="4612" y="37"/>
                  </a:lnTo>
                  <a:lnTo>
                    <a:pt x="4613" y="36"/>
                  </a:lnTo>
                  <a:lnTo>
                    <a:pt x="4614" y="36"/>
                  </a:lnTo>
                  <a:lnTo>
                    <a:pt x="4615" y="36"/>
                  </a:lnTo>
                  <a:lnTo>
                    <a:pt x="4615" y="35"/>
                  </a:lnTo>
                  <a:lnTo>
                    <a:pt x="4616" y="35"/>
                  </a:lnTo>
                  <a:lnTo>
                    <a:pt x="4617" y="34"/>
                  </a:lnTo>
                  <a:lnTo>
                    <a:pt x="4618" y="34"/>
                  </a:lnTo>
                  <a:lnTo>
                    <a:pt x="4618" y="33"/>
                  </a:lnTo>
                  <a:lnTo>
                    <a:pt x="4619" y="33"/>
                  </a:lnTo>
                  <a:lnTo>
                    <a:pt x="4620" y="32"/>
                  </a:lnTo>
                  <a:lnTo>
                    <a:pt x="4621" y="32"/>
                  </a:lnTo>
                  <a:lnTo>
                    <a:pt x="4621" y="32"/>
                  </a:lnTo>
                  <a:lnTo>
                    <a:pt x="4622" y="31"/>
                  </a:lnTo>
                  <a:lnTo>
                    <a:pt x="4623" y="31"/>
                  </a:lnTo>
                  <a:lnTo>
                    <a:pt x="4624" y="30"/>
                  </a:lnTo>
                  <a:lnTo>
                    <a:pt x="4625" y="30"/>
                  </a:lnTo>
                  <a:lnTo>
                    <a:pt x="4625" y="30"/>
                  </a:lnTo>
                  <a:lnTo>
                    <a:pt x="4626" y="29"/>
                  </a:lnTo>
                  <a:lnTo>
                    <a:pt x="4627" y="29"/>
                  </a:lnTo>
                  <a:lnTo>
                    <a:pt x="4628" y="28"/>
                  </a:lnTo>
                  <a:lnTo>
                    <a:pt x="4628" y="28"/>
                  </a:lnTo>
                  <a:lnTo>
                    <a:pt x="4629" y="27"/>
                  </a:lnTo>
                  <a:lnTo>
                    <a:pt x="4630" y="27"/>
                  </a:lnTo>
                  <a:lnTo>
                    <a:pt x="4631" y="27"/>
                  </a:lnTo>
                  <a:lnTo>
                    <a:pt x="4631" y="26"/>
                  </a:lnTo>
                  <a:lnTo>
                    <a:pt x="4632" y="26"/>
                  </a:lnTo>
                  <a:lnTo>
                    <a:pt x="4633" y="26"/>
                  </a:lnTo>
                  <a:lnTo>
                    <a:pt x="4634" y="25"/>
                  </a:lnTo>
                  <a:lnTo>
                    <a:pt x="4634" y="25"/>
                  </a:lnTo>
                  <a:lnTo>
                    <a:pt x="4635" y="24"/>
                  </a:lnTo>
                  <a:lnTo>
                    <a:pt x="4636" y="24"/>
                  </a:lnTo>
                  <a:lnTo>
                    <a:pt x="4637" y="24"/>
                  </a:lnTo>
                  <a:lnTo>
                    <a:pt x="4637" y="23"/>
                  </a:lnTo>
                  <a:lnTo>
                    <a:pt x="4638" y="23"/>
                  </a:lnTo>
                  <a:lnTo>
                    <a:pt x="4639" y="22"/>
                  </a:lnTo>
                  <a:lnTo>
                    <a:pt x="4640" y="22"/>
                  </a:lnTo>
                  <a:lnTo>
                    <a:pt x="4640" y="22"/>
                  </a:lnTo>
                  <a:lnTo>
                    <a:pt x="4641" y="21"/>
                  </a:lnTo>
                  <a:lnTo>
                    <a:pt x="4642" y="21"/>
                  </a:lnTo>
                  <a:lnTo>
                    <a:pt x="4643" y="21"/>
                  </a:lnTo>
                  <a:lnTo>
                    <a:pt x="4643" y="20"/>
                  </a:lnTo>
                  <a:lnTo>
                    <a:pt x="4644" y="20"/>
                  </a:lnTo>
                  <a:lnTo>
                    <a:pt x="4645" y="20"/>
                  </a:lnTo>
                  <a:lnTo>
                    <a:pt x="4645" y="19"/>
                  </a:lnTo>
                  <a:lnTo>
                    <a:pt x="4646" y="19"/>
                  </a:lnTo>
                  <a:lnTo>
                    <a:pt x="4647" y="18"/>
                  </a:lnTo>
                  <a:lnTo>
                    <a:pt x="4648" y="18"/>
                  </a:lnTo>
                  <a:lnTo>
                    <a:pt x="4648" y="18"/>
                  </a:lnTo>
                  <a:lnTo>
                    <a:pt x="4649" y="17"/>
                  </a:lnTo>
                  <a:lnTo>
                    <a:pt x="4650" y="17"/>
                  </a:lnTo>
                  <a:lnTo>
                    <a:pt x="4651" y="17"/>
                  </a:lnTo>
                  <a:lnTo>
                    <a:pt x="4651" y="16"/>
                  </a:lnTo>
                  <a:lnTo>
                    <a:pt x="4652" y="16"/>
                  </a:lnTo>
                  <a:lnTo>
                    <a:pt x="4653" y="16"/>
                  </a:lnTo>
                  <a:lnTo>
                    <a:pt x="4654" y="15"/>
                  </a:lnTo>
                  <a:lnTo>
                    <a:pt x="4654" y="15"/>
                  </a:lnTo>
                  <a:lnTo>
                    <a:pt x="4655" y="15"/>
                  </a:lnTo>
                  <a:lnTo>
                    <a:pt x="4656" y="14"/>
                  </a:lnTo>
                  <a:lnTo>
                    <a:pt x="4656" y="14"/>
                  </a:lnTo>
                  <a:lnTo>
                    <a:pt x="4657" y="14"/>
                  </a:lnTo>
                  <a:lnTo>
                    <a:pt x="4658" y="13"/>
                  </a:lnTo>
                  <a:lnTo>
                    <a:pt x="4659" y="13"/>
                  </a:lnTo>
                  <a:lnTo>
                    <a:pt x="4659" y="13"/>
                  </a:lnTo>
                  <a:lnTo>
                    <a:pt x="4660" y="12"/>
                  </a:lnTo>
                  <a:lnTo>
                    <a:pt x="4661" y="12"/>
                  </a:lnTo>
                  <a:lnTo>
                    <a:pt x="4662" y="12"/>
                  </a:lnTo>
                  <a:lnTo>
                    <a:pt x="4662" y="12"/>
                  </a:lnTo>
                  <a:lnTo>
                    <a:pt x="4663" y="11"/>
                  </a:lnTo>
                  <a:lnTo>
                    <a:pt x="4664" y="11"/>
                  </a:lnTo>
                  <a:lnTo>
                    <a:pt x="4664" y="11"/>
                  </a:lnTo>
                  <a:lnTo>
                    <a:pt x="4665" y="10"/>
                  </a:lnTo>
                  <a:lnTo>
                    <a:pt x="4666" y="10"/>
                  </a:lnTo>
                  <a:lnTo>
                    <a:pt x="4667" y="10"/>
                  </a:lnTo>
                  <a:lnTo>
                    <a:pt x="4667" y="9"/>
                  </a:lnTo>
                  <a:lnTo>
                    <a:pt x="4668" y="9"/>
                  </a:lnTo>
                  <a:lnTo>
                    <a:pt x="4669" y="9"/>
                  </a:lnTo>
                  <a:lnTo>
                    <a:pt x="4669" y="9"/>
                  </a:lnTo>
                  <a:lnTo>
                    <a:pt x="4670" y="8"/>
                  </a:lnTo>
                  <a:lnTo>
                    <a:pt x="4671" y="8"/>
                  </a:lnTo>
                  <a:lnTo>
                    <a:pt x="4672" y="8"/>
                  </a:lnTo>
                  <a:lnTo>
                    <a:pt x="4672" y="8"/>
                  </a:lnTo>
                  <a:lnTo>
                    <a:pt x="4673" y="7"/>
                  </a:lnTo>
                  <a:lnTo>
                    <a:pt x="4674" y="7"/>
                  </a:lnTo>
                  <a:lnTo>
                    <a:pt x="4674" y="7"/>
                  </a:lnTo>
                  <a:lnTo>
                    <a:pt x="4675" y="6"/>
                  </a:lnTo>
                  <a:lnTo>
                    <a:pt x="4676" y="6"/>
                  </a:lnTo>
                  <a:lnTo>
                    <a:pt x="4676" y="6"/>
                  </a:lnTo>
                  <a:lnTo>
                    <a:pt x="4677" y="6"/>
                  </a:lnTo>
                  <a:lnTo>
                    <a:pt x="4678" y="5"/>
                  </a:lnTo>
                  <a:lnTo>
                    <a:pt x="4679" y="5"/>
                  </a:lnTo>
                  <a:lnTo>
                    <a:pt x="4679" y="5"/>
                  </a:lnTo>
                  <a:lnTo>
                    <a:pt x="4680" y="5"/>
                  </a:lnTo>
                  <a:lnTo>
                    <a:pt x="4681" y="4"/>
                  </a:lnTo>
                  <a:lnTo>
                    <a:pt x="4681" y="4"/>
                  </a:lnTo>
                  <a:lnTo>
                    <a:pt x="4682" y="4"/>
                  </a:lnTo>
                  <a:lnTo>
                    <a:pt x="4683" y="4"/>
                  </a:lnTo>
                  <a:lnTo>
                    <a:pt x="4683" y="4"/>
                  </a:lnTo>
                  <a:lnTo>
                    <a:pt x="4684" y="3"/>
                  </a:lnTo>
                  <a:lnTo>
                    <a:pt x="4685" y="3"/>
                  </a:lnTo>
                  <a:lnTo>
                    <a:pt x="4686" y="3"/>
                  </a:lnTo>
                  <a:lnTo>
                    <a:pt x="4686" y="3"/>
                  </a:lnTo>
                  <a:lnTo>
                    <a:pt x="4687" y="3"/>
                  </a:lnTo>
                  <a:lnTo>
                    <a:pt x="4688" y="2"/>
                  </a:lnTo>
                  <a:lnTo>
                    <a:pt x="4688" y="2"/>
                  </a:lnTo>
                  <a:lnTo>
                    <a:pt x="4689" y="2"/>
                  </a:lnTo>
                  <a:lnTo>
                    <a:pt x="4690" y="2"/>
                  </a:lnTo>
                  <a:lnTo>
                    <a:pt x="4690" y="2"/>
                  </a:lnTo>
                  <a:lnTo>
                    <a:pt x="4691" y="2"/>
                  </a:lnTo>
                  <a:lnTo>
                    <a:pt x="4692" y="1"/>
                  </a:lnTo>
                  <a:lnTo>
                    <a:pt x="4692" y="1"/>
                  </a:lnTo>
                  <a:lnTo>
                    <a:pt x="4693" y="1"/>
                  </a:lnTo>
                  <a:lnTo>
                    <a:pt x="4694" y="1"/>
                  </a:lnTo>
                  <a:lnTo>
                    <a:pt x="4695" y="1"/>
                  </a:lnTo>
                  <a:lnTo>
                    <a:pt x="4695" y="1"/>
                  </a:lnTo>
                  <a:lnTo>
                    <a:pt x="4696" y="1"/>
                  </a:lnTo>
                  <a:lnTo>
                    <a:pt x="4697" y="0"/>
                  </a:lnTo>
                  <a:lnTo>
                    <a:pt x="4697" y="0"/>
                  </a:lnTo>
                  <a:lnTo>
                    <a:pt x="4698" y="0"/>
                  </a:lnTo>
                  <a:lnTo>
                    <a:pt x="4699" y="0"/>
                  </a:lnTo>
                  <a:lnTo>
                    <a:pt x="4699" y="0"/>
                  </a:lnTo>
                  <a:lnTo>
                    <a:pt x="4700" y="0"/>
                  </a:lnTo>
                  <a:lnTo>
                    <a:pt x="4700" y="0"/>
                  </a:lnTo>
                  <a:lnTo>
                    <a:pt x="4699" y="0"/>
                  </a:lnTo>
                  <a:lnTo>
                    <a:pt x="4699" y="0"/>
                  </a:lnTo>
                  <a:lnTo>
                    <a:pt x="4698" y="0"/>
                  </a:lnTo>
                  <a:lnTo>
                    <a:pt x="4697" y="0"/>
                  </a:lnTo>
                  <a:lnTo>
                    <a:pt x="4697" y="0"/>
                  </a:lnTo>
                  <a:lnTo>
                    <a:pt x="4696" y="0"/>
                  </a:lnTo>
                  <a:lnTo>
                    <a:pt x="4695" y="0"/>
                  </a:lnTo>
                  <a:lnTo>
                    <a:pt x="4695" y="0"/>
                  </a:lnTo>
                  <a:lnTo>
                    <a:pt x="4694" y="0"/>
                  </a:lnTo>
                  <a:lnTo>
                    <a:pt x="4693" y="0"/>
                  </a:lnTo>
                  <a:lnTo>
                    <a:pt x="4692" y="0"/>
                  </a:lnTo>
                  <a:lnTo>
                    <a:pt x="4692" y="0"/>
                  </a:lnTo>
                  <a:lnTo>
                    <a:pt x="4691" y="0"/>
                  </a:lnTo>
                  <a:lnTo>
                    <a:pt x="4690" y="0"/>
                  </a:lnTo>
                  <a:lnTo>
                    <a:pt x="4690" y="0"/>
                  </a:lnTo>
                  <a:lnTo>
                    <a:pt x="4689" y="0"/>
                  </a:lnTo>
                  <a:lnTo>
                    <a:pt x="4688" y="0"/>
                  </a:lnTo>
                  <a:lnTo>
                    <a:pt x="4688" y="0"/>
                  </a:lnTo>
                  <a:lnTo>
                    <a:pt x="4687" y="0"/>
                  </a:lnTo>
                  <a:lnTo>
                    <a:pt x="4686" y="0"/>
                  </a:lnTo>
                  <a:lnTo>
                    <a:pt x="4686" y="0"/>
                  </a:lnTo>
                  <a:lnTo>
                    <a:pt x="4685" y="0"/>
                  </a:lnTo>
                  <a:lnTo>
                    <a:pt x="4684" y="0"/>
                  </a:lnTo>
                  <a:lnTo>
                    <a:pt x="4683" y="0"/>
                  </a:lnTo>
                  <a:lnTo>
                    <a:pt x="4683" y="0"/>
                  </a:lnTo>
                  <a:lnTo>
                    <a:pt x="4682" y="0"/>
                  </a:lnTo>
                  <a:lnTo>
                    <a:pt x="4681" y="0"/>
                  </a:lnTo>
                  <a:lnTo>
                    <a:pt x="4681" y="0"/>
                  </a:lnTo>
                  <a:lnTo>
                    <a:pt x="4680" y="0"/>
                  </a:lnTo>
                  <a:lnTo>
                    <a:pt x="4679" y="0"/>
                  </a:lnTo>
                  <a:lnTo>
                    <a:pt x="4679" y="0"/>
                  </a:lnTo>
                  <a:lnTo>
                    <a:pt x="4678" y="0"/>
                  </a:lnTo>
                  <a:lnTo>
                    <a:pt x="4677" y="0"/>
                  </a:lnTo>
                  <a:lnTo>
                    <a:pt x="4676" y="0"/>
                  </a:lnTo>
                  <a:lnTo>
                    <a:pt x="4676" y="0"/>
                  </a:lnTo>
                  <a:lnTo>
                    <a:pt x="4675" y="0"/>
                  </a:lnTo>
                  <a:lnTo>
                    <a:pt x="4674" y="0"/>
                  </a:lnTo>
                  <a:lnTo>
                    <a:pt x="4674" y="0"/>
                  </a:lnTo>
                  <a:lnTo>
                    <a:pt x="4673" y="0"/>
                  </a:lnTo>
                  <a:lnTo>
                    <a:pt x="4672" y="0"/>
                  </a:lnTo>
                  <a:lnTo>
                    <a:pt x="4672" y="0"/>
                  </a:lnTo>
                  <a:lnTo>
                    <a:pt x="4671" y="0"/>
                  </a:lnTo>
                  <a:lnTo>
                    <a:pt x="4670" y="0"/>
                  </a:lnTo>
                  <a:lnTo>
                    <a:pt x="4669" y="0"/>
                  </a:lnTo>
                  <a:lnTo>
                    <a:pt x="4669" y="0"/>
                  </a:lnTo>
                  <a:lnTo>
                    <a:pt x="4668" y="0"/>
                  </a:lnTo>
                  <a:lnTo>
                    <a:pt x="4667" y="0"/>
                  </a:lnTo>
                  <a:lnTo>
                    <a:pt x="4667" y="0"/>
                  </a:lnTo>
                  <a:lnTo>
                    <a:pt x="4666" y="0"/>
                  </a:lnTo>
                  <a:lnTo>
                    <a:pt x="4665" y="0"/>
                  </a:lnTo>
                  <a:lnTo>
                    <a:pt x="4664" y="0"/>
                  </a:lnTo>
                  <a:lnTo>
                    <a:pt x="4664" y="0"/>
                  </a:lnTo>
                  <a:lnTo>
                    <a:pt x="4663" y="0"/>
                  </a:lnTo>
                  <a:lnTo>
                    <a:pt x="4662" y="0"/>
                  </a:lnTo>
                  <a:lnTo>
                    <a:pt x="4662" y="0"/>
                  </a:lnTo>
                  <a:lnTo>
                    <a:pt x="4661" y="0"/>
                  </a:lnTo>
                  <a:lnTo>
                    <a:pt x="4660" y="0"/>
                  </a:lnTo>
                  <a:lnTo>
                    <a:pt x="4659" y="0"/>
                  </a:lnTo>
                  <a:lnTo>
                    <a:pt x="4659" y="0"/>
                  </a:lnTo>
                  <a:lnTo>
                    <a:pt x="4658" y="0"/>
                  </a:lnTo>
                  <a:lnTo>
                    <a:pt x="4657" y="0"/>
                  </a:lnTo>
                  <a:lnTo>
                    <a:pt x="4656" y="0"/>
                  </a:lnTo>
                  <a:lnTo>
                    <a:pt x="4656" y="0"/>
                  </a:lnTo>
                  <a:lnTo>
                    <a:pt x="4655" y="0"/>
                  </a:lnTo>
                  <a:lnTo>
                    <a:pt x="4654" y="0"/>
                  </a:lnTo>
                  <a:lnTo>
                    <a:pt x="4654" y="0"/>
                  </a:lnTo>
                  <a:lnTo>
                    <a:pt x="4653" y="0"/>
                  </a:lnTo>
                  <a:lnTo>
                    <a:pt x="4652" y="0"/>
                  </a:lnTo>
                  <a:lnTo>
                    <a:pt x="4651" y="0"/>
                  </a:lnTo>
                  <a:lnTo>
                    <a:pt x="4651" y="0"/>
                  </a:lnTo>
                  <a:lnTo>
                    <a:pt x="4650" y="0"/>
                  </a:lnTo>
                  <a:lnTo>
                    <a:pt x="4649" y="0"/>
                  </a:lnTo>
                  <a:lnTo>
                    <a:pt x="4648" y="0"/>
                  </a:lnTo>
                  <a:lnTo>
                    <a:pt x="4648" y="0"/>
                  </a:lnTo>
                  <a:lnTo>
                    <a:pt x="4647" y="0"/>
                  </a:lnTo>
                  <a:lnTo>
                    <a:pt x="4646" y="0"/>
                  </a:lnTo>
                  <a:lnTo>
                    <a:pt x="4645" y="0"/>
                  </a:lnTo>
                  <a:lnTo>
                    <a:pt x="4645" y="0"/>
                  </a:lnTo>
                  <a:lnTo>
                    <a:pt x="4644" y="0"/>
                  </a:lnTo>
                  <a:lnTo>
                    <a:pt x="4643" y="0"/>
                  </a:lnTo>
                  <a:lnTo>
                    <a:pt x="4643" y="0"/>
                  </a:lnTo>
                  <a:lnTo>
                    <a:pt x="4642" y="0"/>
                  </a:lnTo>
                  <a:lnTo>
                    <a:pt x="4641" y="0"/>
                  </a:lnTo>
                  <a:lnTo>
                    <a:pt x="4640" y="0"/>
                  </a:lnTo>
                  <a:lnTo>
                    <a:pt x="4640" y="1"/>
                  </a:lnTo>
                  <a:lnTo>
                    <a:pt x="4639" y="1"/>
                  </a:lnTo>
                  <a:lnTo>
                    <a:pt x="4638" y="1"/>
                  </a:lnTo>
                  <a:lnTo>
                    <a:pt x="4637" y="1"/>
                  </a:lnTo>
                  <a:lnTo>
                    <a:pt x="4637" y="1"/>
                  </a:lnTo>
                  <a:lnTo>
                    <a:pt x="4636" y="1"/>
                  </a:lnTo>
                  <a:lnTo>
                    <a:pt x="4635" y="1"/>
                  </a:lnTo>
                  <a:lnTo>
                    <a:pt x="4634" y="1"/>
                  </a:lnTo>
                  <a:lnTo>
                    <a:pt x="4634" y="1"/>
                  </a:lnTo>
                  <a:lnTo>
                    <a:pt x="4633" y="1"/>
                  </a:lnTo>
                  <a:lnTo>
                    <a:pt x="4632" y="1"/>
                  </a:lnTo>
                  <a:lnTo>
                    <a:pt x="4631" y="1"/>
                  </a:lnTo>
                  <a:lnTo>
                    <a:pt x="4631" y="1"/>
                  </a:lnTo>
                  <a:lnTo>
                    <a:pt x="4630" y="1"/>
                  </a:lnTo>
                  <a:lnTo>
                    <a:pt x="4629" y="1"/>
                  </a:lnTo>
                  <a:lnTo>
                    <a:pt x="4628" y="1"/>
                  </a:lnTo>
                  <a:lnTo>
                    <a:pt x="4628" y="1"/>
                  </a:lnTo>
                  <a:lnTo>
                    <a:pt x="4627" y="1"/>
                  </a:lnTo>
                  <a:lnTo>
                    <a:pt x="4626" y="1"/>
                  </a:lnTo>
                  <a:lnTo>
                    <a:pt x="4625" y="1"/>
                  </a:lnTo>
                  <a:lnTo>
                    <a:pt x="4625" y="1"/>
                  </a:lnTo>
                  <a:lnTo>
                    <a:pt x="4624" y="1"/>
                  </a:lnTo>
                  <a:lnTo>
                    <a:pt x="4623" y="1"/>
                  </a:lnTo>
                  <a:lnTo>
                    <a:pt x="4622" y="1"/>
                  </a:lnTo>
                  <a:lnTo>
                    <a:pt x="4621" y="1"/>
                  </a:lnTo>
                  <a:lnTo>
                    <a:pt x="4621" y="1"/>
                  </a:lnTo>
                  <a:lnTo>
                    <a:pt x="4620" y="1"/>
                  </a:lnTo>
                  <a:lnTo>
                    <a:pt x="4619" y="1"/>
                  </a:lnTo>
                  <a:lnTo>
                    <a:pt x="4618" y="1"/>
                  </a:lnTo>
                  <a:lnTo>
                    <a:pt x="4618" y="1"/>
                  </a:lnTo>
                  <a:lnTo>
                    <a:pt x="4617" y="1"/>
                  </a:lnTo>
                  <a:lnTo>
                    <a:pt x="4616" y="1"/>
                  </a:lnTo>
                  <a:lnTo>
                    <a:pt x="4615" y="1"/>
                  </a:lnTo>
                  <a:lnTo>
                    <a:pt x="4615" y="1"/>
                  </a:lnTo>
                  <a:lnTo>
                    <a:pt x="4614" y="1"/>
                  </a:lnTo>
                  <a:lnTo>
                    <a:pt x="4613" y="1"/>
                  </a:lnTo>
                  <a:lnTo>
                    <a:pt x="4612" y="1"/>
                  </a:lnTo>
                  <a:lnTo>
                    <a:pt x="4611" y="1"/>
                  </a:lnTo>
                  <a:lnTo>
                    <a:pt x="4611" y="1"/>
                  </a:lnTo>
                  <a:lnTo>
                    <a:pt x="4610" y="1"/>
                  </a:lnTo>
                  <a:lnTo>
                    <a:pt x="4609" y="1"/>
                  </a:lnTo>
                  <a:lnTo>
                    <a:pt x="4608" y="1"/>
                  </a:lnTo>
                  <a:lnTo>
                    <a:pt x="4608" y="1"/>
                  </a:lnTo>
                  <a:lnTo>
                    <a:pt x="4607" y="1"/>
                  </a:lnTo>
                  <a:lnTo>
                    <a:pt x="4606" y="1"/>
                  </a:lnTo>
                  <a:lnTo>
                    <a:pt x="4605" y="1"/>
                  </a:lnTo>
                  <a:lnTo>
                    <a:pt x="4604" y="1"/>
                  </a:lnTo>
                  <a:lnTo>
                    <a:pt x="4604" y="1"/>
                  </a:lnTo>
                  <a:lnTo>
                    <a:pt x="4603" y="1"/>
                  </a:lnTo>
                  <a:lnTo>
                    <a:pt x="4602" y="1"/>
                  </a:lnTo>
                  <a:lnTo>
                    <a:pt x="4601" y="1"/>
                  </a:lnTo>
                  <a:lnTo>
                    <a:pt x="4601" y="1"/>
                  </a:lnTo>
                  <a:lnTo>
                    <a:pt x="4600" y="1"/>
                  </a:lnTo>
                  <a:lnTo>
                    <a:pt x="4599" y="2"/>
                  </a:lnTo>
                  <a:lnTo>
                    <a:pt x="4598" y="2"/>
                  </a:lnTo>
                  <a:lnTo>
                    <a:pt x="4597" y="2"/>
                  </a:lnTo>
                  <a:lnTo>
                    <a:pt x="4597" y="2"/>
                  </a:lnTo>
                  <a:lnTo>
                    <a:pt x="4596" y="2"/>
                  </a:lnTo>
                  <a:lnTo>
                    <a:pt x="4595" y="2"/>
                  </a:lnTo>
                  <a:lnTo>
                    <a:pt x="4594" y="2"/>
                  </a:lnTo>
                  <a:lnTo>
                    <a:pt x="4593" y="2"/>
                  </a:lnTo>
                  <a:lnTo>
                    <a:pt x="4593" y="2"/>
                  </a:lnTo>
                  <a:lnTo>
                    <a:pt x="4592" y="2"/>
                  </a:lnTo>
                  <a:lnTo>
                    <a:pt x="4591" y="2"/>
                  </a:lnTo>
                  <a:lnTo>
                    <a:pt x="4590" y="2"/>
                  </a:lnTo>
                  <a:lnTo>
                    <a:pt x="4589" y="2"/>
                  </a:lnTo>
                  <a:lnTo>
                    <a:pt x="4589" y="2"/>
                  </a:lnTo>
                  <a:lnTo>
                    <a:pt x="4588" y="2"/>
                  </a:lnTo>
                  <a:lnTo>
                    <a:pt x="4587" y="2"/>
                  </a:lnTo>
                  <a:lnTo>
                    <a:pt x="4586" y="2"/>
                  </a:lnTo>
                  <a:lnTo>
                    <a:pt x="4585" y="2"/>
                  </a:lnTo>
                  <a:lnTo>
                    <a:pt x="4585" y="2"/>
                  </a:lnTo>
                  <a:lnTo>
                    <a:pt x="4584" y="2"/>
                  </a:lnTo>
                  <a:lnTo>
                    <a:pt x="4583" y="2"/>
                  </a:lnTo>
                  <a:lnTo>
                    <a:pt x="4582" y="2"/>
                  </a:lnTo>
                  <a:lnTo>
                    <a:pt x="4581" y="2"/>
                  </a:lnTo>
                  <a:lnTo>
                    <a:pt x="4581" y="2"/>
                  </a:lnTo>
                  <a:lnTo>
                    <a:pt x="4580" y="2"/>
                  </a:lnTo>
                  <a:lnTo>
                    <a:pt x="4579" y="2"/>
                  </a:lnTo>
                  <a:lnTo>
                    <a:pt x="4578" y="2"/>
                  </a:lnTo>
                  <a:lnTo>
                    <a:pt x="4577" y="2"/>
                  </a:lnTo>
                  <a:lnTo>
                    <a:pt x="4576" y="2"/>
                  </a:lnTo>
                  <a:lnTo>
                    <a:pt x="4576" y="2"/>
                  </a:lnTo>
                  <a:lnTo>
                    <a:pt x="4575" y="2"/>
                  </a:lnTo>
                  <a:lnTo>
                    <a:pt x="4574" y="2"/>
                  </a:lnTo>
                  <a:lnTo>
                    <a:pt x="4573" y="2"/>
                  </a:lnTo>
                  <a:lnTo>
                    <a:pt x="4572" y="2"/>
                  </a:lnTo>
                  <a:lnTo>
                    <a:pt x="4572" y="2"/>
                  </a:lnTo>
                  <a:lnTo>
                    <a:pt x="4571" y="2"/>
                  </a:lnTo>
                  <a:lnTo>
                    <a:pt x="4570" y="3"/>
                  </a:lnTo>
                  <a:lnTo>
                    <a:pt x="4569" y="3"/>
                  </a:lnTo>
                  <a:lnTo>
                    <a:pt x="4568" y="3"/>
                  </a:lnTo>
                  <a:lnTo>
                    <a:pt x="4567" y="3"/>
                  </a:lnTo>
                  <a:lnTo>
                    <a:pt x="4567" y="3"/>
                  </a:lnTo>
                  <a:lnTo>
                    <a:pt x="4566" y="3"/>
                  </a:lnTo>
                  <a:lnTo>
                    <a:pt x="4565" y="3"/>
                  </a:lnTo>
                  <a:lnTo>
                    <a:pt x="4564" y="3"/>
                  </a:lnTo>
                  <a:lnTo>
                    <a:pt x="4563" y="3"/>
                  </a:lnTo>
                  <a:lnTo>
                    <a:pt x="4562" y="3"/>
                  </a:lnTo>
                  <a:lnTo>
                    <a:pt x="4562" y="3"/>
                  </a:lnTo>
                  <a:lnTo>
                    <a:pt x="4561" y="3"/>
                  </a:lnTo>
                  <a:lnTo>
                    <a:pt x="4560" y="3"/>
                  </a:lnTo>
                  <a:lnTo>
                    <a:pt x="4559" y="3"/>
                  </a:lnTo>
                  <a:lnTo>
                    <a:pt x="4558" y="3"/>
                  </a:lnTo>
                  <a:lnTo>
                    <a:pt x="4557" y="3"/>
                  </a:lnTo>
                  <a:lnTo>
                    <a:pt x="4557" y="3"/>
                  </a:lnTo>
                  <a:lnTo>
                    <a:pt x="4556" y="3"/>
                  </a:lnTo>
                  <a:lnTo>
                    <a:pt x="4555" y="3"/>
                  </a:lnTo>
                  <a:lnTo>
                    <a:pt x="4554" y="3"/>
                  </a:lnTo>
                  <a:lnTo>
                    <a:pt x="4553" y="3"/>
                  </a:lnTo>
                  <a:lnTo>
                    <a:pt x="4552" y="3"/>
                  </a:lnTo>
                  <a:lnTo>
                    <a:pt x="4552" y="3"/>
                  </a:lnTo>
                  <a:lnTo>
                    <a:pt x="4551" y="3"/>
                  </a:lnTo>
                  <a:lnTo>
                    <a:pt x="4550" y="3"/>
                  </a:lnTo>
                  <a:lnTo>
                    <a:pt x="4549" y="3"/>
                  </a:lnTo>
                  <a:lnTo>
                    <a:pt x="4548" y="3"/>
                  </a:lnTo>
                  <a:lnTo>
                    <a:pt x="4547" y="3"/>
                  </a:lnTo>
                  <a:lnTo>
                    <a:pt x="4546" y="4"/>
                  </a:lnTo>
                  <a:lnTo>
                    <a:pt x="4546" y="4"/>
                  </a:lnTo>
                  <a:lnTo>
                    <a:pt x="4545" y="4"/>
                  </a:lnTo>
                  <a:lnTo>
                    <a:pt x="4544" y="4"/>
                  </a:lnTo>
                  <a:lnTo>
                    <a:pt x="4543" y="4"/>
                  </a:lnTo>
                  <a:lnTo>
                    <a:pt x="4542" y="4"/>
                  </a:lnTo>
                  <a:lnTo>
                    <a:pt x="4541" y="4"/>
                  </a:lnTo>
                  <a:lnTo>
                    <a:pt x="4540" y="4"/>
                  </a:lnTo>
                  <a:lnTo>
                    <a:pt x="4540" y="4"/>
                  </a:lnTo>
                  <a:lnTo>
                    <a:pt x="4539" y="4"/>
                  </a:lnTo>
                  <a:lnTo>
                    <a:pt x="4538" y="4"/>
                  </a:lnTo>
                  <a:lnTo>
                    <a:pt x="4537" y="4"/>
                  </a:lnTo>
                  <a:lnTo>
                    <a:pt x="4536" y="4"/>
                  </a:lnTo>
                  <a:lnTo>
                    <a:pt x="4535" y="4"/>
                  </a:lnTo>
                  <a:lnTo>
                    <a:pt x="4534" y="4"/>
                  </a:lnTo>
                  <a:lnTo>
                    <a:pt x="4534" y="4"/>
                  </a:lnTo>
                  <a:lnTo>
                    <a:pt x="4533" y="4"/>
                  </a:lnTo>
                  <a:lnTo>
                    <a:pt x="4532" y="4"/>
                  </a:lnTo>
                  <a:lnTo>
                    <a:pt x="4531" y="4"/>
                  </a:lnTo>
                  <a:lnTo>
                    <a:pt x="4530" y="4"/>
                  </a:lnTo>
                  <a:lnTo>
                    <a:pt x="4529" y="4"/>
                  </a:lnTo>
                  <a:lnTo>
                    <a:pt x="4528" y="4"/>
                  </a:lnTo>
                  <a:lnTo>
                    <a:pt x="4527" y="4"/>
                  </a:lnTo>
                  <a:lnTo>
                    <a:pt x="4527" y="5"/>
                  </a:lnTo>
                  <a:lnTo>
                    <a:pt x="4526" y="5"/>
                  </a:lnTo>
                  <a:lnTo>
                    <a:pt x="4525" y="5"/>
                  </a:lnTo>
                  <a:lnTo>
                    <a:pt x="4524" y="5"/>
                  </a:lnTo>
                  <a:lnTo>
                    <a:pt x="4523" y="5"/>
                  </a:lnTo>
                  <a:lnTo>
                    <a:pt x="4522" y="5"/>
                  </a:lnTo>
                  <a:lnTo>
                    <a:pt x="4521" y="5"/>
                  </a:lnTo>
                  <a:lnTo>
                    <a:pt x="4520" y="5"/>
                  </a:lnTo>
                  <a:lnTo>
                    <a:pt x="4520" y="5"/>
                  </a:lnTo>
                  <a:lnTo>
                    <a:pt x="4519" y="5"/>
                  </a:lnTo>
                  <a:lnTo>
                    <a:pt x="4518" y="5"/>
                  </a:lnTo>
                  <a:lnTo>
                    <a:pt x="4517" y="5"/>
                  </a:lnTo>
                  <a:lnTo>
                    <a:pt x="4516" y="5"/>
                  </a:lnTo>
                  <a:lnTo>
                    <a:pt x="4515" y="5"/>
                  </a:lnTo>
                  <a:lnTo>
                    <a:pt x="4514" y="5"/>
                  </a:lnTo>
                  <a:lnTo>
                    <a:pt x="4513" y="5"/>
                  </a:lnTo>
                  <a:lnTo>
                    <a:pt x="4512" y="5"/>
                  </a:lnTo>
                  <a:lnTo>
                    <a:pt x="4511" y="5"/>
                  </a:lnTo>
                  <a:lnTo>
                    <a:pt x="4511" y="5"/>
                  </a:lnTo>
                  <a:lnTo>
                    <a:pt x="4510" y="5"/>
                  </a:lnTo>
                  <a:lnTo>
                    <a:pt x="4509" y="6"/>
                  </a:lnTo>
                  <a:lnTo>
                    <a:pt x="4508" y="6"/>
                  </a:lnTo>
                  <a:lnTo>
                    <a:pt x="4507" y="6"/>
                  </a:lnTo>
                  <a:lnTo>
                    <a:pt x="4506" y="6"/>
                  </a:lnTo>
                  <a:lnTo>
                    <a:pt x="4505" y="6"/>
                  </a:lnTo>
                  <a:lnTo>
                    <a:pt x="4504" y="6"/>
                  </a:lnTo>
                  <a:lnTo>
                    <a:pt x="4503" y="6"/>
                  </a:lnTo>
                  <a:lnTo>
                    <a:pt x="4502" y="6"/>
                  </a:lnTo>
                  <a:lnTo>
                    <a:pt x="4502" y="6"/>
                  </a:lnTo>
                  <a:lnTo>
                    <a:pt x="4501" y="6"/>
                  </a:lnTo>
                  <a:lnTo>
                    <a:pt x="4500" y="6"/>
                  </a:lnTo>
                  <a:lnTo>
                    <a:pt x="4499" y="6"/>
                  </a:lnTo>
                  <a:lnTo>
                    <a:pt x="4498" y="6"/>
                  </a:lnTo>
                  <a:lnTo>
                    <a:pt x="4497" y="6"/>
                  </a:lnTo>
                  <a:lnTo>
                    <a:pt x="4496" y="6"/>
                  </a:lnTo>
                  <a:lnTo>
                    <a:pt x="4495" y="6"/>
                  </a:lnTo>
                  <a:lnTo>
                    <a:pt x="4494" y="6"/>
                  </a:lnTo>
                  <a:lnTo>
                    <a:pt x="4493" y="6"/>
                  </a:lnTo>
                  <a:lnTo>
                    <a:pt x="4492" y="7"/>
                  </a:lnTo>
                  <a:lnTo>
                    <a:pt x="4491" y="7"/>
                  </a:lnTo>
                  <a:lnTo>
                    <a:pt x="4491" y="7"/>
                  </a:lnTo>
                  <a:lnTo>
                    <a:pt x="4490" y="7"/>
                  </a:lnTo>
                  <a:lnTo>
                    <a:pt x="4489" y="7"/>
                  </a:lnTo>
                  <a:lnTo>
                    <a:pt x="4488" y="7"/>
                  </a:lnTo>
                  <a:lnTo>
                    <a:pt x="4487" y="7"/>
                  </a:lnTo>
                  <a:lnTo>
                    <a:pt x="4486" y="7"/>
                  </a:lnTo>
                  <a:lnTo>
                    <a:pt x="4485" y="7"/>
                  </a:lnTo>
                  <a:lnTo>
                    <a:pt x="4484" y="7"/>
                  </a:lnTo>
                  <a:lnTo>
                    <a:pt x="4483" y="7"/>
                  </a:lnTo>
                  <a:lnTo>
                    <a:pt x="4482" y="7"/>
                  </a:lnTo>
                  <a:lnTo>
                    <a:pt x="4481" y="7"/>
                  </a:lnTo>
                  <a:lnTo>
                    <a:pt x="4480" y="7"/>
                  </a:lnTo>
                  <a:lnTo>
                    <a:pt x="4479" y="7"/>
                  </a:lnTo>
                  <a:lnTo>
                    <a:pt x="4478" y="7"/>
                  </a:lnTo>
                  <a:lnTo>
                    <a:pt x="4477" y="7"/>
                  </a:lnTo>
                  <a:lnTo>
                    <a:pt x="4476" y="8"/>
                  </a:lnTo>
                  <a:lnTo>
                    <a:pt x="4476" y="8"/>
                  </a:lnTo>
                  <a:lnTo>
                    <a:pt x="4475" y="8"/>
                  </a:lnTo>
                  <a:lnTo>
                    <a:pt x="4474" y="8"/>
                  </a:lnTo>
                  <a:lnTo>
                    <a:pt x="4473" y="8"/>
                  </a:lnTo>
                  <a:lnTo>
                    <a:pt x="4472" y="8"/>
                  </a:lnTo>
                  <a:lnTo>
                    <a:pt x="4471" y="8"/>
                  </a:lnTo>
                  <a:lnTo>
                    <a:pt x="4470" y="8"/>
                  </a:lnTo>
                  <a:lnTo>
                    <a:pt x="4469" y="8"/>
                  </a:lnTo>
                  <a:lnTo>
                    <a:pt x="4468" y="8"/>
                  </a:lnTo>
                  <a:lnTo>
                    <a:pt x="4467" y="8"/>
                  </a:lnTo>
                  <a:lnTo>
                    <a:pt x="4466" y="8"/>
                  </a:lnTo>
                  <a:lnTo>
                    <a:pt x="4465" y="8"/>
                  </a:lnTo>
                  <a:lnTo>
                    <a:pt x="4464" y="8"/>
                  </a:lnTo>
                  <a:lnTo>
                    <a:pt x="4463" y="8"/>
                  </a:lnTo>
                  <a:lnTo>
                    <a:pt x="4462" y="9"/>
                  </a:lnTo>
                  <a:lnTo>
                    <a:pt x="4461" y="9"/>
                  </a:lnTo>
                  <a:lnTo>
                    <a:pt x="4460" y="9"/>
                  </a:lnTo>
                  <a:lnTo>
                    <a:pt x="4459" y="9"/>
                  </a:lnTo>
                  <a:lnTo>
                    <a:pt x="4458" y="9"/>
                  </a:lnTo>
                  <a:lnTo>
                    <a:pt x="4457" y="9"/>
                  </a:lnTo>
                  <a:lnTo>
                    <a:pt x="4456" y="9"/>
                  </a:lnTo>
                  <a:lnTo>
                    <a:pt x="4455" y="9"/>
                  </a:lnTo>
                  <a:lnTo>
                    <a:pt x="4454" y="9"/>
                  </a:lnTo>
                  <a:lnTo>
                    <a:pt x="4453" y="9"/>
                  </a:lnTo>
                  <a:lnTo>
                    <a:pt x="4452" y="9"/>
                  </a:lnTo>
                  <a:lnTo>
                    <a:pt x="4451" y="9"/>
                  </a:lnTo>
                  <a:lnTo>
                    <a:pt x="4450" y="9"/>
                  </a:lnTo>
                  <a:lnTo>
                    <a:pt x="4449" y="9"/>
                  </a:lnTo>
                  <a:lnTo>
                    <a:pt x="4449" y="10"/>
                  </a:lnTo>
                  <a:lnTo>
                    <a:pt x="4448" y="10"/>
                  </a:lnTo>
                  <a:lnTo>
                    <a:pt x="4447" y="10"/>
                  </a:lnTo>
                  <a:lnTo>
                    <a:pt x="4446" y="10"/>
                  </a:lnTo>
                  <a:lnTo>
                    <a:pt x="4445" y="10"/>
                  </a:lnTo>
                  <a:lnTo>
                    <a:pt x="4444" y="10"/>
                  </a:lnTo>
                  <a:lnTo>
                    <a:pt x="4443" y="10"/>
                  </a:lnTo>
                  <a:lnTo>
                    <a:pt x="4442" y="10"/>
                  </a:lnTo>
                  <a:lnTo>
                    <a:pt x="4441" y="10"/>
                  </a:lnTo>
                  <a:lnTo>
                    <a:pt x="4440" y="10"/>
                  </a:lnTo>
                  <a:lnTo>
                    <a:pt x="4439" y="10"/>
                  </a:lnTo>
                  <a:lnTo>
                    <a:pt x="4438" y="10"/>
                  </a:lnTo>
                  <a:lnTo>
                    <a:pt x="4437" y="10"/>
                  </a:lnTo>
                  <a:lnTo>
                    <a:pt x="4436" y="11"/>
                  </a:lnTo>
                  <a:lnTo>
                    <a:pt x="4435" y="11"/>
                  </a:lnTo>
                  <a:lnTo>
                    <a:pt x="4434" y="11"/>
                  </a:lnTo>
                  <a:lnTo>
                    <a:pt x="4433" y="11"/>
                  </a:lnTo>
                  <a:lnTo>
                    <a:pt x="4432" y="11"/>
                  </a:lnTo>
                  <a:lnTo>
                    <a:pt x="4431" y="11"/>
                  </a:lnTo>
                  <a:lnTo>
                    <a:pt x="4430" y="11"/>
                  </a:lnTo>
                  <a:lnTo>
                    <a:pt x="4429" y="11"/>
                  </a:lnTo>
                  <a:lnTo>
                    <a:pt x="4428" y="11"/>
                  </a:lnTo>
                  <a:lnTo>
                    <a:pt x="4427" y="11"/>
                  </a:lnTo>
                  <a:lnTo>
                    <a:pt x="4425" y="11"/>
                  </a:lnTo>
                  <a:lnTo>
                    <a:pt x="4424" y="11"/>
                  </a:lnTo>
                  <a:lnTo>
                    <a:pt x="4423" y="12"/>
                  </a:lnTo>
                  <a:lnTo>
                    <a:pt x="4422" y="12"/>
                  </a:lnTo>
                  <a:lnTo>
                    <a:pt x="4421" y="12"/>
                  </a:lnTo>
                  <a:lnTo>
                    <a:pt x="4420" y="12"/>
                  </a:lnTo>
                  <a:lnTo>
                    <a:pt x="4419" y="12"/>
                  </a:lnTo>
                  <a:lnTo>
                    <a:pt x="4418" y="12"/>
                  </a:lnTo>
                  <a:lnTo>
                    <a:pt x="4417" y="12"/>
                  </a:lnTo>
                  <a:lnTo>
                    <a:pt x="4416" y="12"/>
                  </a:lnTo>
                  <a:lnTo>
                    <a:pt x="4415" y="12"/>
                  </a:lnTo>
                  <a:lnTo>
                    <a:pt x="4414" y="12"/>
                  </a:lnTo>
                  <a:lnTo>
                    <a:pt x="4413" y="12"/>
                  </a:lnTo>
                  <a:lnTo>
                    <a:pt x="4412" y="12"/>
                  </a:lnTo>
                  <a:lnTo>
                    <a:pt x="4411" y="13"/>
                  </a:lnTo>
                  <a:lnTo>
                    <a:pt x="4410" y="13"/>
                  </a:lnTo>
                  <a:lnTo>
                    <a:pt x="4409" y="13"/>
                  </a:lnTo>
                  <a:lnTo>
                    <a:pt x="4408" y="13"/>
                  </a:lnTo>
                  <a:lnTo>
                    <a:pt x="4407" y="13"/>
                  </a:lnTo>
                  <a:lnTo>
                    <a:pt x="4406" y="13"/>
                  </a:lnTo>
                  <a:lnTo>
                    <a:pt x="4405" y="13"/>
                  </a:lnTo>
                  <a:lnTo>
                    <a:pt x="4404" y="13"/>
                  </a:lnTo>
                  <a:lnTo>
                    <a:pt x="4403" y="13"/>
                  </a:lnTo>
                  <a:lnTo>
                    <a:pt x="4402" y="13"/>
                  </a:lnTo>
                  <a:lnTo>
                    <a:pt x="4401" y="13"/>
                  </a:lnTo>
                  <a:lnTo>
                    <a:pt x="4400" y="14"/>
                  </a:lnTo>
                  <a:lnTo>
                    <a:pt x="4398" y="14"/>
                  </a:lnTo>
                  <a:lnTo>
                    <a:pt x="4397" y="14"/>
                  </a:lnTo>
                  <a:lnTo>
                    <a:pt x="4396" y="14"/>
                  </a:lnTo>
                  <a:lnTo>
                    <a:pt x="4395" y="14"/>
                  </a:lnTo>
                  <a:lnTo>
                    <a:pt x="4394" y="14"/>
                  </a:lnTo>
                  <a:lnTo>
                    <a:pt x="4393" y="14"/>
                  </a:lnTo>
                  <a:lnTo>
                    <a:pt x="4392" y="14"/>
                  </a:lnTo>
                  <a:lnTo>
                    <a:pt x="4391" y="14"/>
                  </a:lnTo>
                  <a:lnTo>
                    <a:pt x="4390" y="14"/>
                  </a:lnTo>
                  <a:lnTo>
                    <a:pt x="4389" y="15"/>
                  </a:lnTo>
                  <a:lnTo>
                    <a:pt x="4388" y="15"/>
                  </a:lnTo>
                  <a:lnTo>
                    <a:pt x="4387" y="15"/>
                  </a:lnTo>
                  <a:lnTo>
                    <a:pt x="4386" y="15"/>
                  </a:lnTo>
                  <a:lnTo>
                    <a:pt x="4385" y="15"/>
                  </a:lnTo>
                  <a:lnTo>
                    <a:pt x="4383" y="15"/>
                  </a:lnTo>
                  <a:lnTo>
                    <a:pt x="4382" y="15"/>
                  </a:lnTo>
                  <a:lnTo>
                    <a:pt x="4381" y="15"/>
                  </a:lnTo>
                  <a:lnTo>
                    <a:pt x="4380" y="15"/>
                  </a:lnTo>
                  <a:lnTo>
                    <a:pt x="4379" y="15"/>
                  </a:lnTo>
                  <a:lnTo>
                    <a:pt x="4378" y="16"/>
                  </a:lnTo>
                  <a:lnTo>
                    <a:pt x="4377" y="16"/>
                  </a:lnTo>
                  <a:lnTo>
                    <a:pt x="4376" y="16"/>
                  </a:lnTo>
                  <a:lnTo>
                    <a:pt x="4375" y="16"/>
                  </a:lnTo>
                  <a:lnTo>
                    <a:pt x="4374" y="16"/>
                  </a:lnTo>
                  <a:lnTo>
                    <a:pt x="4373" y="16"/>
                  </a:lnTo>
                  <a:lnTo>
                    <a:pt x="4371" y="16"/>
                  </a:lnTo>
                  <a:lnTo>
                    <a:pt x="4370" y="16"/>
                  </a:lnTo>
                  <a:lnTo>
                    <a:pt x="4369" y="16"/>
                  </a:lnTo>
                  <a:lnTo>
                    <a:pt x="4368" y="17"/>
                  </a:lnTo>
                  <a:lnTo>
                    <a:pt x="4367" y="17"/>
                  </a:lnTo>
                  <a:lnTo>
                    <a:pt x="4366" y="17"/>
                  </a:lnTo>
                  <a:lnTo>
                    <a:pt x="4365" y="17"/>
                  </a:lnTo>
                  <a:lnTo>
                    <a:pt x="4364" y="17"/>
                  </a:lnTo>
                  <a:lnTo>
                    <a:pt x="4363" y="17"/>
                  </a:lnTo>
                  <a:lnTo>
                    <a:pt x="4361" y="17"/>
                  </a:lnTo>
                  <a:lnTo>
                    <a:pt x="4360" y="17"/>
                  </a:lnTo>
                  <a:lnTo>
                    <a:pt x="4359" y="17"/>
                  </a:lnTo>
                  <a:lnTo>
                    <a:pt x="4358" y="18"/>
                  </a:lnTo>
                  <a:lnTo>
                    <a:pt x="4357" y="18"/>
                  </a:lnTo>
                  <a:lnTo>
                    <a:pt x="4356" y="18"/>
                  </a:lnTo>
                  <a:lnTo>
                    <a:pt x="4355" y="18"/>
                  </a:lnTo>
                  <a:lnTo>
                    <a:pt x="4354" y="18"/>
                  </a:lnTo>
                  <a:lnTo>
                    <a:pt x="4352" y="18"/>
                  </a:lnTo>
                  <a:lnTo>
                    <a:pt x="4351" y="18"/>
                  </a:lnTo>
                  <a:lnTo>
                    <a:pt x="4350" y="18"/>
                  </a:lnTo>
                  <a:lnTo>
                    <a:pt x="4349" y="18"/>
                  </a:lnTo>
                  <a:lnTo>
                    <a:pt x="4348" y="19"/>
                  </a:lnTo>
                  <a:lnTo>
                    <a:pt x="4347" y="19"/>
                  </a:lnTo>
                  <a:lnTo>
                    <a:pt x="4346" y="19"/>
                  </a:lnTo>
                  <a:lnTo>
                    <a:pt x="4344" y="19"/>
                  </a:lnTo>
                  <a:lnTo>
                    <a:pt x="4343" y="19"/>
                  </a:lnTo>
                  <a:lnTo>
                    <a:pt x="4342" y="19"/>
                  </a:lnTo>
                  <a:lnTo>
                    <a:pt x="4341" y="19"/>
                  </a:lnTo>
                  <a:lnTo>
                    <a:pt x="4340" y="19"/>
                  </a:lnTo>
                  <a:lnTo>
                    <a:pt x="4339" y="20"/>
                  </a:lnTo>
                  <a:lnTo>
                    <a:pt x="4338" y="20"/>
                  </a:lnTo>
                  <a:lnTo>
                    <a:pt x="4336" y="20"/>
                  </a:lnTo>
                  <a:lnTo>
                    <a:pt x="4335" y="20"/>
                  </a:lnTo>
                  <a:lnTo>
                    <a:pt x="4334" y="20"/>
                  </a:lnTo>
                  <a:lnTo>
                    <a:pt x="4333" y="20"/>
                  </a:lnTo>
                  <a:lnTo>
                    <a:pt x="4332" y="20"/>
                  </a:lnTo>
                  <a:lnTo>
                    <a:pt x="4331" y="20"/>
                  </a:lnTo>
                  <a:lnTo>
                    <a:pt x="4329" y="21"/>
                  </a:lnTo>
                  <a:lnTo>
                    <a:pt x="4328" y="21"/>
                  </a:lnTo>
                  <a:lnTo>
                    <a:pt x="4327" y="21"/>
                  </a:lnTo>
                  <a:lnTo>
                    <a:pt x="4326" y="21"/>
                  </a:lnTo>
                  <a:lnTo>
                    <a:pt x="4325" y="21"/>
                  </a:lnTo>
                  <a:lnTo>
                    <a:pt x="4323" y="21"/>
                  </a:lnTo>
                  <a:lnTo>
                    <a:pt x="4322" y="21"/>
                  </a:lnTo>
                  <a:lnTo>
                    <a:pt x="4321" y="21"/>
                  </a:lnTo>
                  <a:lnTo>
                    <a:pt x="4320" y="22"/>
                  </a:lnTo>
                  <a:lnTo>
                    <a:pt x="4319" y="22"/>
                  </a:lnTo>
                  <a:lnTo>
                    <a:pt x="4318" y="22"/>
                  </a:lnTo>
                  <a:lnTo>
                    <a:pt x="4316" y="22"/>
                  </a:lnTo>
                  <a:lnTo>
                    <a:pt x="4315" y="22"/>
                  </a:lnTo>
                  <a:lnTo>
                    <a:pt x="4314" y="22"/>
                  </a:lnTo>
                  <a:lnTo>
                    <a:pt x="4313" y="22"/>
                  </a:lnTo>
                  <a:lnTo>
                    <a:pt x="4312" y="23"/>
                  </a:lnTo>
                  <a:lnTo>
                    <a:pt x="4310" y="23"/>
                  </a:lnTo>
                  <a:lnTo>
                    <a:pt x="4309" y="23"/>
                  </a:lnTo>
                  <a:lnTo>
                    <a:pt x="4308" y="23"/>
                  </a:lnTo>
                  <a:lnTo>
                    <a:pt x="4307" y="23"/>
                  </a:lnTo>
                  <a:lnTo>
                    <a:pt x="4305" y="23"/>
                  </a:lnTo>
                  <a:lnTo>
                    <a:pt x="4304" y="23"/>
                  </a:lnTo>
                  <a:lnTo>
                    <a:pt x="4303" y="24"/>
                  </a:lnTo>
                  <a:lnTo>
                    <a:pt x="4302" y="24"/>
                  </a:lnTo>
                  <a:lnTo>
                    <a:pt x="4301" y="24"/>
                  </a:lnTo>
                  <a:lnTo>
                    <a:pt x="4299" y="24"/>
                  </a:lnTo>
                  <a:lnTo>
                    <a:pt x="4298" y="24"/>
                  </a:lnTo>
                  <a:lnTo>
                    <a:pt x="4297" y="24"/>
                  </a:lnTo>
                  <a:lnTo>
                    <a:pt x="4296" y="24"/>
                  </a:lnTo>
                  <a:lnTo>
                    <a:pt x="4294" y="25"/>
                  </a:lnTo>
                  <a:lnTo>
                    <a:pt x="4293" y="25"/>
                  </a:lnTo>
                  <a:lnTo>
                    <a:pt x="4292" y="25"/>
                  </a:lnTo>
                  <a:lnTo>
                    <a:pt x="4291" y="25"/>
                  </a:lnTo>
                  <a:lnTo>
                    <a:pt x="4290" y="25"/>
                  </a:lnTo>
                  <a:lnTo>
                    <a:pt x="4288" y="25"/>
                  </a:lnTo>
                  <a:lnTo>
                    <a:pt x="4287" y="25"/>
                  </a:lnTo>
                  <a:lnTo>
                    <a:pt x="4286" y="26"/>
                  </a:lnTo>
                  <a:lnTo>
                    <a:pt x="4285" y="26"/>
                  </a:lnTo>
                  <a:lnTo>
                    <a:pt x="4283" y="26"/>
                  </a:lnTo>
                  <a:lnTo>
                    <a:pt x="4282" y="26"/>
                  </a:lnTo>
                  <a:lnTo>
                    <a:pt x="4281" y="26"/>
                  </a:lnTo>
                  <a:lnTo>
                    <a:pt x="4279" y="26"/>
                  </a:lnTo>
                  <a:lnTo>
                    <a:pt x="4278" y="27"/>
                  </a:lnTo>
                  <a:lnTo>
                    <a:pt x="4277" y="27"/>
                  </a:lnTo>
                  <a:lnTo>
                    <a:pt x="4276" y="27"/>
                  </a:lnTo>
                  <a:lnTo>
                    <a:pt x="4274" y="27"/>
                  </a:lnTo>
                  <a:lnTo>
                    <a:pt x="4273" y="27"/>
                  </a:lnTo>
                  <a:lnTo>
                    <a:pt x="4272" y="27"/>
                  </a:lnTo>
                  <a:lnTo>
                    <a:pt x="4271" y="28"/>
                  </a:lnTo>
                  <a:lnTo>
                    <a:pt x="4269" y="28"/>
                  </a:lnTo>
                  <a:lnTo>
                    <a:pt x="4268" y="28"/>
                  </a:lnTo>
                  <a:lnTo>
                    <a:pt x="4267" y="28"/>
                  </a:lnTo>
                  <a:lnTo>
                    <a:pt x="4265" y="28"/>
                  </a:lnTo>
                  <a:lnTo>
                    <a:pt x="4264" y="28"/>
                  </a:lnTo>
                  <a:lnTo>
                    <a:pt x="4263" y="29"/>
                  </a:lnTo>
                  <a:lnTo>
                    <a:pt x="4262" y="29"/>
                  </a:lnTo>
                  <a:lnTo>
                    <a:pt x="4260" y="29"/>
                  </a:lnTo>
                  <a:lnTo>
                    <a:pt x="4259" y="29"/>
                  </a:lnTo>
                  <a:lnTo>
                    <a:pt x="4258" y="29"/>
                  </a:lnTo>
                  <a:lnTo>
                    <a:pt x="4256" y="29"/>
                  </a:lnTo>
                  <a:lnTo>
                    <a:pt x="4255" y="30"/>
                  </a:lnTo>
                  <a:lnTo>
                    <a:pt x="4254" y="30"/>
                  </a:lnTo>
                  <a:lnTo>
                    <a:pt x="4252" y="30"/>
                  </a:lnTo>
                  <a:lnTo>
                    <a:pt x="4251" y="30"/>
                  </a:lnTo>
                  <a:lnTo>
                    <a:pt x="4250" y="30"/>
                  </a:lnTo>
                  <a:lnTo>
                    <a:pt x="4248" y="30"/>
                  </a:lnTo>
                  <a:lnTo>
                    <a:pt x="4247" y="31"/>
                  </a:lnTo>
                  <a:lnTo>
                    <a:pt x="4246" y="31"/>
                  </a:lnTo>
                  <a:lnTo>
                    <a:pt x="4245" y="31"/>
                  </a:lnTo>
                  <a:lnTo>
                    <a:pt x="4243" y="31"/>
                  </a:lnTo>
                  <a:lnTo>
                    <a:pt x="4242" y="31"/>
                  </a:lnTo>
                  <a:lnTo>
                    <a:pt x="4241" y="31"/>
                  </a:lnTo>
                  <a:lnTo>
                    <a:pt x="4239" y="32"/>
                  </a:lnTo>
                  <a:lnTo>
                    <a:pt x="4238" y="32"/>
                  </a:lnTo>
                  <a:lnTo>
                    <a:pt x="4237" y="32"/>
                  </a:lnTo>
                  <a:lnTo>
                    <a:pt x="4235" y="32"/>
                  </a:lnTo>
                  <a:lnTo>
                    <a:pt x="4234" y="32"/>
                  </a:lnTo>
                  <a:lnTo>
                    <a:pt x="4232" y="33"/>
                  </a:lnTo>
                  <a:lnTo>
                    <a:pt x="4231" y="33"/>
                  </a:lnTo>
                  <a:lnTo>
                    <a:pt x="4230" y="33"/>
                  </a:lnTo>
                  <a:lnTo>
                    <a:pt x="4228" y="33"/>
                  </a:lnTo>
                  <a:lnTo>
                    <a:pt x="4227" y="33"/>
                  </a:lnTo>
                  <a:lnTo>
                    <a:pt x="4226" y="34"/>
                  </a:lnTo>
                  <a:lnTo>
                    <a:pt x="4224" y="34"/>
                  </a:lnTo>
                  <a:lnTo>
                    <a:pt x="4223" y="34"/>
                  </a:lnTo>
                  <a:lnTo>
                    <a:pt x="4222" y="34"/>
                  </a:lnTo>
                  <a:lnTo>
                    <a:pt x="4220" y="34"/>
                  </a:lnTo>
                  <a:lnTo>
                    <a:pt x="4219" y="34"/>
                  </a:lnTo>
                  <a:lnTo>
                    <a:pt x="4217" y="35"/>
                  </a:lnTo>
                  <a:lnTo>
                    <a:pt x="4216" y="35"/>
                  </a:lnTo>
                  <a:lnTo>
                    <a:pt x="4215" y="35"/>
                  </a:lnTo>
                  <a:lnTo>
                    <a:pt x="4213" y="35"/>
                  </a:lnTo>
                  <a:lnTo>
                    <a:pt x="4212" y="35"/>
                  </a:lnTo>
                  <a:lnTo>
                    <a:pt x="4210" y="36"/>
                  </a:lnTo>
                  <a:lnTo>
                    <a:pt x="4209" y="36"/>
                  </a:lnTo>
                  <a:lnTo>
                    <a:pt x="4208" y="36"/>
                  </a:lnTo>
                  <a:lnTo>
                    <a:pt x="4206" y="36"/>
                  </a:lnTo>
                  <a:lnTo>
                    <a:pt x="4205" y="36"/>
                  </a:lnTo>
                  <a:lnTo>
                    <a:pt x="4203" y="37"/>
                  </a:lnTo>
                  <a:lnTo>
                    <a:pt x="4202" y="37"/>
                  </a:lnTo>
                  <a:lnTo>
                    <a:pt x="4201" y="37"/>
                  </a:lnTo>
                  <a:lnTo>
                    <a:pt x="4199" y="37"/>
                  </a:lnTo>
                  <a:lnTo>
                    <a:pt x="4198" y="37"/>
                  </a:lnTo>
                  <a:lnTo>
                    <a:pt x="4196" y="38"/>
                  </a:lnTo>
                  <a:lnTo>
                    <a:pt x="4195" y="38"/>
                  </a:lnTo>
                  <a:lnTo>
                    <a:pt x="4193" y="38"/>
                  </a:lnTo>
                  <a:lnTo>
                    <a:pt x="4192" y="38"/>
                  </a:lnTo>
                  <a:lnTo>
                    <a:pt x="4191" y="39"/>
                  </a:lnTo>
                  <a:lnTo>
                    <a:pt x="4189" y="39"/>
                  </a:lnTo>
                  <a:lnTo>
                    <a:pt x="4188" y="39"/>
                  </a:lnTo>
                  <a:lnTo>
                    <a:pt x="4186" y="39"/>
                  </a:lnTo>
                  <a:lnTo>
                    <a:pt x="4185" y="39"/>
                  </a:lnTo>
                  <a:lnTo>
                    <a:pt x="4183" y="40"/>
                  </a:lnTo>
                  <a:lnTo>
                    <a:pt x="4182" y="40"/>
                  </a:lnTo>
                  <a:lnTo>
                    <a:pt x="4180" y="40"/>
                  </a:lnTo>
                  <a:lnTo>
                    <a:pt x="4179" y="40"/>
                  </a:lnTo>
                  <a:lnTo>
                    <a:pt x="4178" y="40"/>
                  </a:lnTo>
                  <a:lnTo>
                    <a:pt x="4176" y="41"/>
                  </a:lnTo>
                  <a:lnTo>
                    <a:pt x="4175" y="41"/>
                  </a:lnTo>
                  <a:lnTo>
                    <a:pt x="4173" y="41"/>
                  </a:lnTo>
                  <a:lnTo>
                    <a:pt x="4172" y="41"/>
                  </a:lnTo>
                  <a:lnTo>
                    <a:pt x="4170" y="42"/>
                  </a:lnTo>
                  <a:lnTo>
                    <a:pt x="4169" y="42"/>
                  </a:lnTo>
                  <a:lnTo>
                    <a:pt x="4167" y="42"/>
                  </a:lnTo>
                  <a:lnTo>
                    <a:pt x="4166" y="42"/>
                  </a:lnTo>
                  <a:lnTo>
                    <a:pt x="4164" y="43"/>
                  </a:lnTo>
                  <a:lnTo>
                    <a:pt x="4163" y="43"/>
                  </a:lnTo>
                  <a:lnTo>
                    <a:pt x="4161" y="43"/>
                  </a:lnTo>
                  <a:lnTo>
                    <a:pt x="4160" y="43"/>
                  </a:lnTo>
                  <a:lnTo>
                    <a:pt x="4158" y="43"/>
                  </a:lnTo>
                  <a:lnTo>
                    <a:pt x="4157" y="44"/>
                  </a:lnTo>
                  <a:lnTo>
                    <a:pt x="4155" y="44"/>
                  </a:lnTo>
                  <a:lnTo>
                    <a:pt x="4154" y="44"/>
                  </a:lnTo>
                  <a:lnTo>
                    <a:pt x="4152" y="44"/>
                  </a:lnTo>
                  <a:lnTo>
                    <a:pt x="4151" y="45"/>
                  </a:lnTo>
                  <a:lnTo>
                    <a:pt x="4149" y="45"/>
                  </a:lnTo>
                  <a:lnTo>
                    <a:pt x="4148" y="45"/>
                  </a:lnTo>
                  <a:lnTo>
                    <a:pt x="4146" y="45"/>
                  </a:lnTo>
                  <a:lnTo>
                    <a:pt x="4144" y="46"/>
                  </a:lnTo>
                  <a:lnTo>
                    <a:pt x="4143" y="46"/>
                  </a:lnTo>
                  <a:lnTo>
                    <a:pt x="4141" y="46"/>
                  </a:lnTo>
                  <a:lnTo>
                    <a:pt x="4140" y="46"/>
                  </a:lnTo>
                  <a:lnTo>
                    <a:pt x="4138" y="47"/>
                  </a:lnTo>
                  <a:lnTo>
                    <a:pt x="4137" y="47"/>
                  </a:lnTo>
                  <a:lnTo>
                    <a:pt x="4135" y="47"/>
                  </a:lnTo>
                  <a:lnTo>
                    <a:pt x="4134" y="47"/>
                  </a:lnTo>
                  <a:lnTo>
                    <a:pt x="4132" y="48"/>
                  </a:lnTo>
                  <a:lnTo>
                    <a:pt x="4130" y="48"/>
                  </a:lnTo>
                  <a:lnTo>
                    <a:pt x="4129" y="48"/>
                  </a:lnTo>
                  <a:lnTo>
                    <a:pt x="4127" y="48"/>
                  </a:lnTo>
                  <a:lnTo>
                    <a:pt x="4126" y="49"/>
                  </a:lnTo>
                  <a:lnTo>
                    <a:pt x="4124" y="49"/>
                  </a:lnTo>
                  <a:lnTo>
                    <a:pt x="4123" y="49"/>
                  </a:lnTo>
                  <a:lnTo>
                    <a:pt x="4121" y="49"/>
                  </a:lnTo>
                  <a:lnTo>
                    <a:pt x="4119" y="50"/>
                  </a:lnTo>
                  <a:lnTo>
                    <a:pt x="4118" y="50"/>
                  </a:lnTo>
                  <a:lnTo>
                    <a:pt x="4116" y="50"/>
                  </a:lnTo>
                  <a:lnTo>
                    <a:pt x="4115" y="51"/>
                  </a:lnTo>
                  <a:lnTo>
                    <a:pt x="4113" y="51"/>
                  </a:lnTo>
                  <a:lnTo>
                    <a:pt x="4111" y="51"/>
                  </a:lnTo>
                  <a:lnTo>
                    <a:pt x="4110" y="51"/>
                  </a:lnTo>
                  <a:lnTo>
                    <a:pt x="4108" y="52"/>
                  </a:lnTo>
                  <a:lnTo>
                    <a:pt x="4107" y="52"/>
                  </a:lnTo>
                  <a:lnTo>
                    <a:pt x="4105" y="52"/>
                  </a:lnTo>
                  <a:lnTo>
                    <a:pt x="4103" y="52"/>
                  </a:lnTo>
                  <a:lnTo>
                    <a:pt x="4102" y="53"/>
                  </a:lnTo>
                  <a:lnTo>
                    <a:pt x="4100" y="53"/>
                  </a:lnTo>
                  <a:lnTo>
                    <a:pt x="4098" y="53"/>
                  </a:lnTo>
                  <a:lnTo>
                    <a:pt x="4097" y="54"/>
                  </a:lnTo>
                  <a:lnTo>
                    <a:pt x="4095" y="54"/>
                  </a:lnTo>
                  <a:lnTo>
                    <a:pt x="4093" y="54"/>
                  </a:lnTo>
                  <a:lnTo>
                    <a:pt x="4092" y="54"/>
                  </a:lnTo>
                  <a:lnTo>
                    <a:pt x="4090" y="55"/>
                  </a:lnTo>
                  <a:lnTo>
                    <a:pt x="4088" y="55"/>
                  </a:lnTo>
                  <a:lnTo>
                    <a:pt x="4087" y="55"/>
                  </a:lnTo>
                  <a:lnTo>
                    <a:pt x="4085" y="56"/>
                  </a:lnTo>
                  <a:lnTo>
                    <a:pt x="4083" y="56"/>
                  </a:lnTo>
                  <a:lnTo>
                    <a:pt x="4082" y="56"/>
                  </a:lnTo>
                  <a:lnTo>
                    <a:pt x="4080" y="57"/>
                  </a:lnTo>
                  <a:lnTo>
                    <a:pt x="4078" y="57"/>
                  </a:lnTo>
                  <a:lnTo>
                    <a:pt x="4077" y="57"/>
                  </a:lnTo>
                  <a:lnTo>
                    <a:pt x="4075" y="57"/>
                  </a:lnTo>
                  <a:lnTo>
                    <a:pt x="4073" y="58"/>
                  </a:lnTo>
                  <a:lnTo>
                    <a:pt x="4071" y="58"/>
                  </a:lnTo>
                  <a:lnTo>
                    <a:pt x="4070" y="58"/>
                  </a:lnTo>
                  <a:lnTo>
                    <a:pt x="4068" y="59"/>
                  </a:lnTo>
                  <a:lnTo>
                    <a:pt x="4066" y="59"/>
                  </a:lnTo>
                  <a:lnTo>
                    <a:pt x="4065" y="59"/>
                  </a:lnTo>
                  <a:lnTo>
                    <a:pt x="4063" y="60"/>
                  </a:lnTo>
                  <a:lnTo>
                    <a:pt x="4061" y="60"/>
                  </a:lnTo>
                  <a:lnTo>
                    <a:pt x="4059" y="60"/>
                  </a:lnTo>
                  <a:lnTo>
                    <a:pt x="4058" y="61"/>
                  </a:lnTo>
                  <a:lnTo>
                    <a:pt x="4056" y="61"/>
                  </a:lnTo>
                  <a:lnTo>
                    <a:pt x="4054" y="61"/>
                  </a:lnTo>
                  <a:lnTo>
                    <a:pt x="4052" y="61"/>
                  </a:lnTo>
                  <a:lnTo>
                    <a:pt x="4051" y="62"/>
                  </a:lnTo>
                  <a:lnTo>
                    <a:pt x="4049" y="62"/>
                  </a:lnTo>
                  <a:lnTo>
                    <a:pt x="4047" y="62"/>
                  </a:lnTo>
                  <a:lnTo>
                    <a:pt x="4045" y="63"/>
                  </a:lnTo>
                  <a:lnTo>
                    <a:pt x="4043" y="63"/>
                  </a:lnTo>
                  <a:lnTo>
                    <a:pt x="4042" y="63"/>
                  </a:lnTo>
                  <a:lnTo>
                    <a:pt x="4040" y="64"/>
                  </a:lnTo>
                  <a:lnTo>
                    <a:pt x="4038" y="64"/>
                  </a:lnTo>
                  <a:lnTo>
                    <a:pt x="4036" y="64"/>
                  </a:lnTo>
                  <a:lnTo>
                    <a:pt x="4034" y="65"/>
                  </a:lnTo>
                  <a:lnTo>
                    <a:pt x="4033" y="65"/>
                  </a:lnTo>
                  <a:lnTo>
                    <a:pt x="4031" y="65"/>
                  </a:lnTo>
                  <a:lnTo>
                    <a:pt x="4029" y="66"/>
                  </a:lnTo>
                  <a:lnTo>
                    <a:pt x="4027" y="66"/>
                  </a:lnTo>
                  <a:lnTo>
                    <a:pt x="4025" y="67"/>
                  </a:lnTo>
                  <a:lnTo>
                    <a:pt x="4024" y="67"/>
                  </a:lnTo>
                  <a:lnTo>
                    <a:pt x="4022" y="67"/>
                  </a:lnTo>
                  <a:lnTo>
                    <a:pt x="4020" y="68"/>
                  </a:lnTo>
                  <a:lnTo>
                    <a:pt x="4018" y="68"/>
                  </a:lnTo>
                  <a:lnTo>
                    <a:pt x="4016" y="68"/>
                  </a:lnTo>
                  <a:lnTo>
                    <a:pt x="4014" y="69"/>
                  </a:lnTo>
                  <a:lnTo>
                    <a:pt x="4012" y="69"/>
                  </a:lnTo>
                  <a:lnTo>
                    <a:pt x="4011" y="69"/>
                  </a:lnTo>
                  <a:lnTo>
                    <a:pt x="4009" y="70"/>
                  </a:lnTo>
                  <a:lnTo>
                    <a:pt x="4007" y="70"/>
                  </a:lnTo>
                  <a:lnTo>
                    <a:pt x="4005" y="70"/>
                  </a:lnTo>
                  <a:lnTo>
                    <a:pt x="4003" y="71"/>
                  </a:lnTo>
                  <a:lnTo>
                    <a:pt x="4001" y="71"/>
                  </a:lnTo>
                  <a:lnTo>
                    <a:pt x="3999" y="72"/>
                  </a:lnTo>
                  <a:lnTo>
                    <a:pt x="3997" y="72"/>
                  </a:lnTo>
                  <a:lnTo>
                    <a:pt x="3995" y="72"/>
                  </a:lnTo>
                  <a:lnTo>
                    <a:pt x="3993" y="73"/>
                  </a:lnTo>
                  <a:lnTo>
                    <a:pt x="3992" y="73"/>
                  </a:lnTo>
                  <a:lnTo>
                    <a:pt x="3990" y="73"/>
                  </a:lnTo>
                  <a:lnTo>
                    <a:pt x="3988" y="74"/>
                  </a:lnTo>
                  <a:lnTo>
                    <a:pt x="3986" y="74"/>
                  </a:lnTo>
                  <a:lnTo>
                    <a:pt x="3984" y="75"/>
                  </a:lnTo>
                  <a:lnTo>
                    <a:pt x="3982" y="75"/>
                  </a:lnTo>
                  <a:lnTo>
                    <a:pt x="3980" y="75"/>
                  </a:lnTo>
                  <a:lnTo>
                    <a:pt x="3978" y="76"/>
                  </a:lnTo>
                  <a:lnTo>
                    <a:pt x="3976" y="76"/>
                  </a:lnTo>
                  <a:lnTo>
                    <a:pt x="3974" y="77"/>
                  </a:lnTo>
                  <a:lnTo>
                    <a:pt x="3972" y="77"/>
                  </a:lnTo>
                  <a:lnTo>
                    <a:pt x="3970" y="77"/>
                  </a:lnTo>
                  <a:lnTo>
                    <a:pt x="3968" y="78"/>
                  </a:lnTo>
                  <a:lnTo>
                    <a:pt x="3966" y="78"/>
                  </a:lnTo>
                  <a:lnTo>
                    <a:pt x="3964" y="79"/>
                  </a:lnTo>
                  <a:lnTo>
                    <a:pt x="3962" y="79"/>
                  </a:lnTo>
                  <a:lnTo>
                    <a:pt x="3960" y="79"/>
                  </a:lnTo>
                  <a:lnTo>
                    <a:pt x="3958" y="80"/>
                  </a:lnTo>
                  <a:lnTo>
                    <a:pt x="3956" y="80"/>
                  </a:lnTo>
                  <a:lnTo>
                    <a:pt x="3954" y="81"/>
                  </a:lnTo>
                  <a:lnTo>
                    <a:pt x="3952" y="81"/>
                  </a:lnTo>
                  <a:lnTo>
                    <a:pt x="3950" y="81"/>
                  </a:lnTo>
                  <a:lnTo>
                    <a:pt x="3948" y="82"/>
                  </a:lnTo>
                  <a:lnTo>
                    <a:pt x="3946" y="82"/>
                  </a:lnTo>
                  <a:lnTo>
                    <a:pt x="3944" y="83"/>
                  </a:lnTo>
                  <a:lnTo>
                    <a:pt x="3942" y="83"/>
                  </a:lnTo>
                  <a:lnTo>
                    <a:pt x="3939" y="84"/>
                  </a:lnTo>
                  <a:lnTo>
                    <a:pt x="3937" y="84"/>
                  </a:lnTo>
                  <a:lnTo>
                    <a:pt x="3935" y="84"/>
                  </a:lnTo>
                  <a:lnTo>
                    <a:pt x="3933" y="85"/>
                  </a:lnTo>
                  <a:lnTo>
                    <a:pt x="3931" y="85"/>
                  </a:lnTo>
                  <a:lnTo>
                    <a:pt x="3929" y="86"/>
                  </a:lnTo>
                  <a:lnTo>
                    <a:pt x="3927" y="86"/>
                  </a:lnTo>
                  <a:lnTo>
                    <a:pt x="3925" y="87"/>
                  </a:lnTo>
                  <a:lnTo>
                    <a:pt x="3923" y="87"/>
                  </a:lnTo>
                  <a:lnTo>
                    <a:pt x="3920" y="88"/>
                  </a:lnTo>
                  <a:lnTo>
                    <a:pt x="3918" y="88"/>
                  </a:lnTo>
                  <a:lnTo>
                    <a:pt x="3916" y="88"/>
                  </a:lnTo>
                  <a:lnTo>
                    <a:pt x="3914" y="89"/>
                  </a:lnTo>
                  <a:lnTo>
                    <a:pt x="3912" y="89"/>
                  </a:lnTo>
                  <a:lnTo>
                    <a:pt x="3910" y="90"/>
                  </a:lnTo>
                  <a:lnTo>
                    <a:pt x="3908" y="90"/>
                  </a:lnTo>
                  <a:lnTo>
                    <a:pt x="3905" y="91"/>
                  </a:lnTo>
                  <a:lnTo>
                    <a:pt x="3903" y="91"/>
                  </a:lnTo>
                  <a:lnTo>
                    <a:pt x="3901" y="92"/>
                  </a:lnTo>
                  <a:lnTo>
                    <a:pt x="3899" y="92"/>
                  </a:lnTo>
                  <a:lnTo>
                    <a:pt x="3897" y="93"/>
                  </a:lnTo>
                  <a:lnTo>
                    <a:pt x="3894" y="93"/>
                  </a:lnTo>
                  <a:lnTo>
                    <a:pt x="3892" y="94"/>
                  </a:lnTo>
                  <a:lnTo>
                    <a:pt x="3890" y="94"/>
                  </a:lnTo>
                  <a:lnTo>
                    <a:pt x="3888" y="95"/>
                  </a:lnTo>
                  <a:lnTo>
                    <a:pt x="3885" y="95"/>
                  </a:lnTo>
                  <a:lnTo>
                    <a:pt x="3883" y="96"/>
                  </a:lnTo>
                  <a:lnTo>
                    <a:pt x="3881" y="96"/>
                  </a:lnTo>
                  <a:lnTo>
                    <a:pt x="3879" y="97"/>
                  </a:lnTo>
                  <a:lnTo>
                    <a:pt x="3876" y="97"/>
                  </a:lnTo>
                  <a:lnTo>
                    <a:pt x="3874" y="98"/>
                  </a:lnTo>
                  <a:lnTo>
                    <a:pt x="3872" y="98"/>
                  </a:lnTo>
                  <a:lnTo>
                    <a:pt x="3869" y="99"/>
                  </a:lnTo>
                  <a:lnTo>
                    <a:pt x="3867" y="99"/>
                  </a:lnTo>
                  <a:lnTo>
                    <a:pt x="3865" y="100"/>
                  </a:lnTo>
                  <a:lnTo>
                    <a:pt x="3862" y="100"/>
                  </a:lnTo>
                  <a:lnTo>
                    <a:pt x="3860" y="101"/>
                  </a:lnTo>
                  <a:lnTo>
                    <a:pt x="3858" y="101"/>
                  </a:lnTo>
                  <a:lnTo>
                    <a:pt x="3855" y="102"/>
                  </a:lnTo>
                  <a:lnTo>
                    <a:pt x="3853" y="102"/>
                  </a:lnTo>
                  <a:lnTo>
                    <a:pt x="3851" y="103"/>
                  </a:lnTo>
                  <a:lnTo>
                    <a:pt x="3848" y="103"/>
                  </a:lnTo>
                  <a:lnTo>
                    <a:pt x="3846" y="104"/>
                  </a:lnTo>
                  <a:lnTo>
                    <a:pt x="3844" y="104"/>
                  </a:lnTo>
                  <a:lnTo>
                    <a:pt x="3841" y="105"/>
                  </a:lnTo>
                  <a:lnTo>
                    <a:pt x="3839" y="106"/>
                  </a:lnTo>
                  <a:lnTo>
                    <a:pt x="3836" y="106"/>
                  </a:lnTo>
                  <a:lnTo>
                    <a:pt x="3834" y="107"/>
                  </a:lnTo>
                  <a:lnTo>
                    <a:pt x="3831" y="107"/>
                  </a:lnTo>
                  <a:lnTo>
                    <a:pt x="3829" y="108"/>
                  </a:lnTo>
                  <a:lnTo>
                    <a:pt x="3827" y="108"/>
                  </a:lnTo>
                  <a:lnTo>
                    <a:pt x="3824" y="109"/>
                  </a:lnTo>
                  <a:lnTo>
                    <a:pt x="3822" y="109"/>
                  </a:lnTo>
                  <a:lnTo>
                    <a:pt x="3819" y="110"/>
                  </a:lnTo>
                  <a:lnTo>
                    <a:pt x="3817" y="111"/>
                  </a:lnTo>
                  <a:lnTo>
                    <a:pt x="3814" y="111"/>
                  </a:lnTo>
                  <a:lnTo>
                    <a:pt x="3812" y="112"/>
                  </a:lnTo>
                  <a:lnTo>
                    <a:pt x="3809" y="112"/>
                  </a:lnTo>
                  <a:lnTo>
                    <a:pt x="3807" y="113"/>
                  </a:lnTo>
                  <a:lnTo>
                    <a:pt x="3804" y="114"/>
                  </a:lnTo>
                  <a:lnTo>
                    <a:pt x="3802" y="114"/>
                  </a:lnTo>
                  <a:lnTo>
                    <a:pt x="3799" y="115"/>
                  </a:lnTo>
                  <a:lnTo>
                    <a:pt x="3796" y="115"/>
                  </a:lnTo>
                  <a:lnTo>
                    <a:pt x="3794" y="116"/>
                  </a:lnTo>
                  <a:lnTo>
                    <a:pt x="3791" y="117"/>
                  </a:lnTo>
                  <a:lnTo>
                    <a:pt x="3789" y="117"/>
                  </a:lnTo>
                  <a:lnTo>
                    <a:pt x="3786" y="118"/>
                  </a:lnTo>
                  <a:lnTo>
                    <a:pt x="3783" y="118"/>
                  </a:lnTo>
                  <a:lnTo>
                    <a:pt x="3781" y="119"/>
                  </a:lnTo>
                  <a:lnTo>
                    <a:pt x="3778" y="120"/>
                  </a:lnTo>
                  <a:lnTo>
                    <a:pt x="3776" y="120"/>
                  </a:lnTo>
                  <a:lnTo>
                    <a:pt x="3773" y="121"/>
                  </a:lnTo>
                  <a:lnTo>
                    <a:pt x="3770" y="122"/>
                  </a:lnTo>
                  <a:lnTo>
                    <a:pt x="3768" y="122"/>
                  </a:lnTo>
                  <a:lnTo>
                    <a:pt x="3765" y="123"/>
                  </a:lnTo>
                  <a:lnTo>
                    <a:pt x="3762" y="124"/>
                  </a:lnTo>
                  <a:lnTo>
                    <a:pt x="3759" y="124"/>
                  </a:lnTo>
                  <a:lnTo>
                    <a:pt x="3757" y="125"/>
                  </a:lnTo>
                  <a:lnTo>
                    <a:pt x="3754" y="126"/>
                  </a:lnTo>
                  <a:lnTo>
                    <a:pt x="3751" y="126"/>
                  </a:lnTo>
                  <a:lnTo>
                    <a:pt x="3749" y="127"/>
                  </a:lnTo>
                  <a:lnTo>
                    <a:pt x="3746" y="128"/>
                  </a:lnTo>
                  <a:lnTo>
                    <a:pt x="3743" y="128"/>
                  </a:lnTo>
                  <a:lnTo>
                    <a:pt x="3740" y="129"/>
                  </a:lnTo>
                  <a:lnTo>
                    <a:pt x="3737" y="130"/>
                  </a:lnTo>
                  <a:lnTo>
                    <a:pt x="3735" y="130"/>
                  </a:lnTo>
                  <a:lnTo>
                    <a:pt x="3732" y="131"/>
                  </a:lnTo>
                  <a:lnTo>
                    <a:pt x="3729" y="132"/>
                  </a:lnTo>
                  <a:lnTo>
                    <a:pt x="3726" y="132"/>
                  </a:lnTo>
                  <a:lnTo>
                    <a:pt x="3723" y="133"/>
                  </a:lnTo>
                  <a:lnTo>
                    <a:pt x="3720" y="134"/>
                  </a:lnTo>
                  <a:lnTo>
                    <a:pt x="3718" y="135"/>
                  </a:lnTo>
                  <a:lnTo>
                    <a:pt x="3715" y="135"/>
                  </a:lnTo>
                  <a:lnTo>
                    <a:pt x="3712" y="136"/>
                  </a:lnTo>
                  <a:lnTo>
                    <a:pt x="3709" y="137"/>
                  </a:lnTo>
                  <a:lnTo>
                    <a:pt x="3706" y="138"/>
                  </a:lnTo>
                  <a:lnTo>
                    <a:pt x="3703" y="138"/>
                  </a:lnTo>
                  <a:lnTo>
                    <a:pt x="3700" y="139"/>
                  </a:lnTo>
                  <a:lnTo>
                    <a:pt x="3697" y="140"/>
                  </a:lnTo>
                  <a:lnTo>
                    <a:pt x="3694" y="141"/>
                  </a:lnTo>
                  <a:lnTo>
                    <a:pt x="3691" y="141"/>
                  </a:lnTo>
                  <a:lnTo>
                    <a:pt x="3688" y="142"/>
                  </a:lnTo>
                  <a:lnTo>
                    <a:pt x="3685" y="143"/>
                  </a:lnTo>
                  <a:lnTo>
                    <a:pt x="3682" y="144"/>
                  </a:lnTo>
                  <a:lnTo>
                    <a:pt x="3679" y="145"/>
                  </a:lnTo>
                  <a:lnTo>
                    <a:pt x="3676" y="145"/>
                  </a:lnTo>
                  <a:lnTo>
                    <a:pt x="3673" y="146"/>
                  </a:lnTo>
                  <a:lnTo>
                    <a:pt x="3670" y="147"/>
                  </a:lnTo>
                  <a:lnTo>
                    <a:pt x="3667" y="148"/>
                  </a:lnTo>
                  <a:lnTo>
                    <a:pt x="3664" y="149"/>
                  </a:lnTo>
                  <a:lnTo>
                    <a:pt x="3660" y="149"/>
                  </a:lnTo>
                  <a:lnTo>
                    <a:pt x="3657" y="150"/>
                  </a:lnTo>
                  <a:lnTo>
                    <a:pt x="3654" y="151"/>
                  </a:lnTo>
                  <a:lnTo>
                    <a:pt x="3651" y="152"/>
                  </a:lnTo>
                  <a:lnTo>
                    <a:pt x="3648" y="153"/>
                  </a:lnTo>
                  <a:lnTo>
                    <a:pt x="3645" y="154"/>
                  </a:lnTo>
                  <a:lnTo>
                    <a:pt x="3641" y="154"/>
                  </a:lnTo>
                  <a:lnTo>
                    <a:pt x="3638" y="155"/>
                  </a:lnTo>
                  <a:lnTo>
                    <a:pt x="3635" y="156"/>
                  </a:lnTo>
                  <a:lnTo>
                    <a:pt x="3632" y="157"/>
                  </a:lnTo>
                  <a:lnTo>
                    <a:pt x="3628" y="158"/>
                  </a:lnTo>
                  <a:lnTo>
                    <a:pt x="3625" y="159"/>
                  </a:lnTo>
                  <a:lnTo>
                    <a:pt x="3622" y="160"/>
                  </a:lnTo>
                  <a:lnTo>
                    <a:pt x="3618" y="161"/>
                  </a:lnTo>
                  <a:lnTo>
                    <a:pt x="3615" y="162"/>
                  </a:lnTo>
                  <a:lnTo>
                    <a:pt x="3612" y="163"/>
                  </a:lnTo>
                  <a:lnTo>
                    <a:pt x="3608" y="164"/>
                  </a:lnTo>
                  <a:lnTo>
                    <a:pt x="3605" y="164"/>
                  </a:lnTo>
                  <a:lnTo>
                    <a:pt x="3602" y="165"/>
                  </a:lnTo>
                  <a:lnTo>
                    <a:pt x="3598" y="166"/>
                  </a:lnTo>
                  <a:lnTo>
                    <a:pt x="3595" y="167"/>
                  </a:lnTo>
                  <a:lnTo>
                    <a:pt x="3591" y="168"/>
                  </a:lnTo>
                  <a:lnTo>
                    <a:pt x="3588" y="169"/>
                  </a:lnTo>
                  <a:lnTo>
                    <a:pt x="3584" y="170"/>
                  </a:lnTo>
                  <a:lnTo>
                    <a:pt x="3581" y="171"/>
                  </a:lnTo>
                  <a:lnTo>
                    <a:pt x="3577" y="172"/>
                  </a:lnTo>
                  <a:lnTo>
                    <a:pt x="3574" y="173"/>
                  </a:lnTo>
                  <a:lnTo>
                    <a:pt x="3570" y="174"/>
                  </a:lnTo>
                  <a:lnTo>
                    <a:pt x="3566" y="175"/>
                  </a:lnTo>
                  <a:lnTo>
                    <a:pt x="3563" y="176"/>
                  </a:lnTo>
                  <a:lnTo>
                    <a:pt x="3559" y="177"/>
                  </a:lnTo>
                  <a:lnTo>
                    <a:pt x="3556" y="178"/>
                  </a:lnTo>
                  <a:lnTo>
                    <a:pt x="3552" y="179"/>
                  </a:lnTo>
                  <a:lnTo>
                    <a:pt x="3548" y="181"/>
                  </a:lnTo>
                  <a:lnTo>
                    <a:pt x="3545" y="182"/>
                  </a:lnTo>
                  <a:lnTo>
                    <a:pt x="3541" y="183"/>
                  </a:lnTo>
                  <a:lnTo>
                    <a:pt x="3537" y="184"/>
                  </a:lnTo>
                  <a:lnTo>
                    <a:pt x="3533" y="185"/>
                  </a:lnTo>
                  <a:lnTo>
                    <a:pt x="3529" y="186"/>
                  </a:lnTo>
                  <a:lnTo>
                    <a:pt x="3526" y="187"/>
                  </a:lnTo>
                  <a:lnTo>
                    <a:pt x="3522" y="188"/>
                  </a:lnTo>
                  <a:lnTo>
                    <a:pt x="3518" y="189"/>
                  </a:lnTo>
                  <a:lnTo>
                    <a:pt x="3514" y="191"/>
                  </a:lnTo>
                  <a:lnTo>
                    <a:pt x="3510" y="192"/>
                  </a:lnTo>
                  <a:lnTo>
                    <a:pt x="3506" y="193"/>
                  </a:lnTo>
                  <a:lnTo>
                    <a:pt x="3502" y="194"/>
                  </a:lnTo>
                  <a:lnTo>
                    <a:pt x="3498" y="195"/>
                  </a:lnTo>
                  <a:lnTo>
                    <a:pt x="3494" y="196"/>
                  </a:lnTo>
                  <a:lnTo>
                    <a:pt x="3490" y="198"/>
                  </a:lnTo>
                  <a:lnTo>
                    <a:pt x="3486" y="199"/>
                  </a:lnTo>
                  <a:lnTo>
                    <a:pt x="3482" y="200"/>
                  </a:lnTo>
                  <a:lnTo>
                    <a:pt x="3478" y="201"/>
                  </a:lnTo>
                  <a:lnTo>
                    <a:pt x="3474" y="203"/>
                  </a:lnTo>
                  <a:lnTo>
                    <a:pt x="3470" y="204"/>
                  </a:lnTo>
                  <a:lnTo>
                    <a:pt x="3466" y="205"/>
                  </a:lnTo>
                  <a:lnTo>
                    <a:pt x="3462" y="207"/>
                  </a:lnTo>
                  <a:lnTo>
                    <a:pt x="3457" y="208"/>
                  </a:lnTo>
                  <a:lnTo>
                    <a:pt x="3453" y="209"/>
                  </a:lnTo>
                  <a:lnTo>
                    <a:pt x="3449" y="210"/>
                  </a:lnTo>
                  <a:lnTo>
                    <a:pt x="3445" y="212"/>
                  </a:lnTo>
                  <a:lnTo>
                    <a:pt x="3440" y="213"/>
                  </a:lnTo>
                  <a:lnTo>
                    <a:pt x="3436" y="215"/>
                  </a:lnTo>
                  <a:lnTo>
                    <a:pt x="3432" y="216"/>
                  </a:lnTo>
                  <a:lnTo>
                    <a:pt x="3427" y="217"/>
                  </a:lnTo>
                  <a:lnTo>
                    <a:pt x="3423" y="219"/>
                  </a:lnTo>
                  <a:lnTo>
                    <a:pt x="3418" y="220"/>
                  </a:lnTo>
                  <a:lnTo>
                    <a:pt x="3414" y="222"/>
                  </a:lnTo>
                  <a:lnTo>
                    <a:pt x="3409" y="223"/>
                  </a:lnTo>
                  <a:lnTo>
                    <a:pt x="3405" y="225"/>
                  </a:lnTo>
                  <a:lnTo>
                    <a:pt x="3400" y="226"/>
                  </a:lnTo>
                  <a:lnTo>
                    <a:pt x="3395" y="228"/>
                  </a:lnTo>
                  <a:lnTo>
                    <a:pt x="3391" y="229"/>
                  </a:lnTo>
                  <a:lnTo>
                    <a:pt x="3386" y="231"/>
                  </a:lnTo>
                  <a:lnTo>
                    <a:pt x="3381" y="232"/>
                  </a:lnTo>
                  <a:lnTo>
                    <a:pt x="3377" y="234"/>
                  </a:lnTo>
                  <a:lnTo>
                    <a:pt x="3372" y="236"/>
                  </a:lnTo>
                  <a:lnTo>
                    <a:pt x="3367" y="237"/>
                  </a:lnTo>
                  <a:lnTo>
                    <a:pt x="3362" y="239"/>
                  </a:lnTo>
                  <a:lnTo>
                    <a:pt x="3357" y="241"/>
                  </a:lnTo>
                  <a:lnTo>
                    <a:pt x="3352" y="242"/>
                  </a:lnTo>
                  <a:lnTo>
                    <a:pt x="3348" y="244"/>
                  </a:lnTo>
                  <a:lnTo>
                    <a:pt x="3343" y="246"/>
                  </a:lnTo>
                  <a:lnTo>
                    <a:pt x="3338" y="248"/>
                  </a:lnTo>
                  <a:lnTo>
                    <a:pt x="3332" y="249"/>
                  </a:lnTo>
                  <a:lnTo>
                    <a:pt x="3327" y="251"/>
                  </a:lnTo>
                  <a:lnTo>
                    <a:pt x="3322" y="253"/>
                  </a:lnTo>
                  <a:lnTo>
                    <a:pt x="3317" y="255"/>
                  </a:lnTo>
                  <a:lnTo>
                    <a:pt x="3312" y="257"/>
                  </a:lnTo>
                  <a:lnTo>
                    <a:pt x="3307" y="259"/>
                  </a:lnTo>
                  <a:lnTo>
                    <a:pt x="3301" y="261"/>
                  </a:lnTo>
                  <a:lnTo>
                    <a:pt x="3296" y="263"/>
                  </a:lnTo>
                  <a:lnTo>
                    <a:pt x="3291" y="265"/>
                  </a:lnTo>
                  <a:lnTo>
                    <a:pt x="3285" y="267"/>
                  </a:lnTo>
                  <a:lnTo>
                    <a:pt x="3280" y="269"/>
                  </a:lnTo>
                  <a:lnTo>
                    <a:pt x="3274" y="271"/>
                  </a:lnTo>
                  <a:lnTo>
                    <a:pt x="3269" y="273"/>
                  </a:lnTo>
                  <a:lnTo>
                    <a:pt x="3263" y="275"/>
                  </a:lnTo>
                  <a:lnTo>
                    <a:pt x="3257" y="277"/>
                  </a:lnTo>
                  <a:lnTo>
                    <a:pt x="3252" y="279"/>
                  </a:lnTo>
                  <a:lnTo>
                    <a:pt x="3246" y="282"/>
                  </a:lnTo>
                  <a:lnTo>
                    <a:pt x="3240" y="284"/>
                  </a:lnTo>
                  <a:lnTo>
                    <a:pt x="3234" y="286"/>
                  </a:lnTo>
                  <a:lnTo>
                    <a:pt x="3228" y="289"/>
                  </a:lnTo>
                  <a:lnTo>
                    <a:pt x="3222" y="291"/>
                  </a:lnTo>
                  <a:lnTo>
                    <a:pt x="3216" y="293"/>
                  </a:lnTo>
                  <a:lnTo>
                    <a:pt x="3210" y="296"/>
                  </a:lnTo>
                  <a:lnTo>
                    <a:pt x="3204" y="298"/>
                  </a:lnTo>
                  <a:lnTo>
                    <a:pt x="3198" y="301"/>
                  </a:lnTo>
                  <a:lnTo>
                    <a:pt x="3192" y="304"/>
                  </a:lnTo>
                  <a:lnTo>
                    <a:pt x="3186" y="306"/>
                  </a:lnTo>
                  <a:lnTo>
                    <a:pt x="3179" y="309"/>
                  </a:lnTo>
                  <a:lnTo>
                    <a:pt x="3173" y="312"/>
                  </a:lnTo>
                  <a:lnTo>
                    <a:pt x="3167" y="315"/>
                  </a:lnTo>
                  <a:lnTo>
                    <a:pt x="3160" y="317"/>
                  </a:lnTo>
                  <a:lnTo>
                    <a:pt x="3153" y="320"/>
                  </a:lnTo>
                  <a:lnTo>
                    <a:pt x="3147" y="323"/>
                  </a:lnTo>
                  <a:lnTo>
                    <a:pt x="3140" y="326"/>
                  </a:lnTo>
                  <a:lnTo>
                    <a:pt x="3133" y="329"/>
                  </a:lnTo>
                  <a:lnTo>
                    <a:pt x="3126" y="332"/>
                  </a:lnTo>
                  <a:lnTo>
                    <a:pt x="3120" y="336"/>
                  </a:lnTo>
                  <a:lnTo>
                    <a:pt x="3113" y="339"/>
                  </a:lnTo>
                  <a:lnTo>
                    <a:pt x="3106" y="342"/>
                  </a:lnTo>
                  <a:lnTo>
                    <a:pt x="3098" y="345"/>
                  </a:lnTo>
                  <a:lnTo>
                    <a:pt x="3091" y="349"/>
                  </a:lnTo>
                  <a:lnTo>
                    <a:pt x="3084" y="352"/>
                  </a:lnTo>
                  <a:lnTo>
                    <a:pt x="3077" y="356"/>
                  </a:lnTo>
                  <a:lnTo>
                    <a:pt x="3069" y="360"/>
                  </a:lnTo>
                  <a:lnTo>
                    <a:pt x="3062" y="363"/>
                  </a:lnTo>
                  <a:lnTo>
                    <a:pt x="3054" y="367"/>
                  </a:lnTo>
                  <a:lnTo>
                    <a:pt x="3046" y="371"/>
                  </a:lnTo>
                  <a:lnTo>
                    <a:pt x="3039" y="374"/>
                  </a:lnTo>
                  <a:lnTo>
                    <a:pt x="3031" y="378"/>
                  </a:lnTo>
                  <a:lnTo>
                    <a:pt x="3023" y="382"/>
                  </a:lnTo>
                  <a:lnTo>
                    <a:pt x="3015" y="387"/>
                  </a:lnTo>
                  <a:lnTo>
                    <a:pt x="3007" y="391"/>
                  </a:lnTo>
                  <a:lnTo>
                    <a:pt x="2998" y="395"/>
                  </a:lnTo>
                  <a:lnTo>
                    <a:pt x="2990" y="399"/>
                  </a:lnTo>
                  <a:lnTo>
                    <a:pt x="2982" y="404"/>
                  </a:lnTo>
                  <a:lnTo>
                    <a:pt x="2973" y="408"/>
                  </a:lnTo>
                  <a:lnTo>
                    <a:pt x="2964" y="413"/>
                  </a:lnTo>
                  <a:lnTo>
                    <a:pt x="2956" y="417"/>
                  </a:lnTo>
                  <a:lnTo>
                    <a:pt x="2947" y="422"/>
                  </a:lnTo>
                  <a:lnTo>
                    <a:pt x="2938" y="427"/>
                  </a:lnTo>
                  <a:lnTo>
                    <a:pt x="2928" y="432"/>
                  </a:lnTo>
                  <a:lnTo>
                    <a:pt x="2919" y="438"/>
                  </a:lnTo>
                  <a:lnTo>
                    <a:pt x="2910" y="444"/>
                  </a:lnTo>
                  <a:lnTo>
                    <a:pt x="2900" y="449"/>
                  </a:lnTo>
                  <a:lnTo>
                    <a:pt x="2891" y="456"/>
                  </a:lnTo>
                  <a:lnTo>
                    <a:pt x="2881" y="462"/>
                  </a:lnTo>
                  <a:lnTo>
                    <a:pt x="2871" y="468"/>
                  </a:lnTo>
                  <a:lnTo>
                    <a:pt x="2861" y="475"/>
                  </a:lnTo>
                  <a:lnTo>
                    <a:pt x="2851" y="481"/>
                  </a:lnTo>
                  <a:lnTo>
                    <a:pt x="2840" y="488"/>
                  </a:lnTo>
                  <a:lnTo>
                    <a:pt x="2830" y="497"/>
                  </a:lnTo>
                  <a:lnTo>
                    <a:pt x="2819" y="508"/>
                  </a:lnTo>
                  <a:lnTo>
                    <a:pt x="2808" y="519"/>
                  </a:lnTo>
                  <a:lnTo>
                    <a:pt x="2797" y="530"/>
                  </a:lnTo>
                  <a:lnTo>
                    <a:pt x="2786" y="541"/>
                  </a:lnTo>
                  <a:lnTo>
                    <a:pt x="2774" y="553"/>
                  </a:lnTo>
                  <a:lnTo>
                    <a:pt x="2763" y="566"/>
                  </a:lnTo>
                  <a:lnTo>
                    <a:pt x="2751" y="579"/>
                  </a:lnTo>
                  <a:lnTo>
                    <a:pt x="2739" y="592"/>
                  </a:lnTo>
                  <a:lnTo>
                    <a:pt x="2727" y="605"/>
                  </a:lnTo>
                  <a:lnTo>
                    <a:pt x="2714" y="620"/>
                  </a:lnTo>
                  <a:lnTo>
                    <a:pt x="2701" y="634"/>
                  </a:lnTo>
                  <a:lnTo>
                    <a:pt x="2688" y="649"/>
                  </a:lnTo>
                  <a:lnTo>
                    <a:pt x="2675" y="664"/>
                  </a:lnTo>
                  <a:lnTo>
                    <a:pt x="2662" y="680"/>
                  </a:lnTo>
                  <a:lnTo>
                    <a:pt x="2648" y="696"/>
                  </a:lnTo>
                  <a:lnTo>
                    <a:pt x="2634" y="713"/>
                  </a:lnTo>
                  <a:lnTo>
                    <a:pt x="2620" y="730"/>
                  </a:lnTo>
                  <a:lnTo>
                    <a:pt x="2605" y="748"/>
                  </a:lnTo>
                  <a:lnTo>
                    <a:pt x="2590" y="766"/>
                  </a:lnTo>
                  <a:lnTo>
                    <a:pt x="2575" y="785"/>
                  </a:lnTo>
                  <a:lnTo>
                    <a:pt x="2559" y="804"/>
                  </a:lnTo>
                  <a:lnTo>
                    <a:pt x="2543" y="824"/>
                  </a:lnTo>
                  <a:lnTo>
                    <a:pt x="2527" y="844"/>
                  </a:lnTo>
                  <a:lnTo>
                    <a:pt x="2510" y="865"/>
                  </a:lnTo>
                  <a:lnTo>
                    <a:pt x="2493" y="887"/>
                  </a:lnTo>
                  <a:lnTo>
                    <a:pt x="2475" y="910"/>
                  </a:lnTo>
                  <a:lnTo>
                    <a:pt x="2457" y="933"/>
                  </a:lnTo>
                  <a:lnTo>
                    <a:pt x="2438" y="957"/>
                  </a:lnTo>
                  <a:lnTo>
                    <a:pt x="2419" y="982"/>
                  </a:lnTo>
                  <a:lnTo>
                    <a:pt x="2399" y="1007"/>
                  </a:lnTo>
                  <a:lnTo>
                    <a:pt x="2379" y="1034"/>
                  </a:lnTo>
                  <a:lnTo>
                    <a:pt x="2358" y="1061"/>
                  </a:lnTo>
                  <a:lnTo>
                    <a:pt x="2336" y="1088"/>
                  </a:lnTo>
                  <a:lnTo>
                    <a:pt x="2314" y="1117"/>
                  </a:lnTo>
                  <a:lnTo>
                    <a:pt x="2291" y="1146"/>
                  </a:lnTo>
                  <a:lnTo>
                    <a:pt x="2267" y="1176"/>
                  </a:lnTo>
                  <a:lnTo>
                    <a:pt x="2242" y="1207"/>
                  </a:lnTo>
                  <a:lnTo>
                    <a:pt x="2217" y="1239"/>
                  </a:lnTo>
                  <a:lnTo>
                    <a:pt x="2190" y="1273"/>
                  </a:lnTo>
                  <a:lnTo>
                    <a:pt x="2162" y="1307"/>
                  </a:lnTo>
                  <a:lnTo>
                    <a:pt x="2133" y="1343"/>
                  </a:lnTo>
                  <a:lnTo>
                    <a:pt x="2103" y="1381"/>
                  </a:lnTo>
                  <a:lnTo>
                    <a:pt x="2071" y="1420"/>
                  </a:lnTo>
                  <a:lnTo>
                    <a:pt x="2038" y="1463"/>
                  </a:lnTo>
                  <a:lnTo>
                    <a:pt x="2003" y="1507"/>
                  </a:lnTo>
                  <a:lnTo>
                    <a:pt x="1967" y="1565"/>
                  </a:lnTo>
                  <a:lnTo>
                    <a:pt x="1928" y="1625"/>
                  </a:lnTo>
                  <a:lnTo>
                    <a:pt x="1886" y="1689"/>
                  </a:lnTo>
                  <a:lnTo>
                    <a:pt x="1843" y="1755"/>
                  </a:lnTo>
                  <a:lnTo>
                    <a:pt x="1796" y="1822"/>
                  </a:lnTo>
                  <a:lnTo>
                    <a:pt x="1745" y="1891"/>
                  </a:lnTo>
                  <a:lnTo>
                    <a:pt x="1691" y="1962"/>
                  </a:lnTo>
                  <a:lnTo>
                    <a:pt x="1632" y="2037"/>
                  </a:lnTo>
                  <a:lnTo>
                    <a:pt x="1567" y="2113"/>
                  </a:lnTo>
                  <a:lnTo>
                    <a:pt x="1495" y="2194"/>
                  </a:lnTo>
                  <a:lnTo>
                    <a:pt x="1415" y="2276"/>
                  </a:lnTo>
                  <a:lnTo>
                    <a:pt x="1324" y="2362"/>
                  </a:lnTo>
                  <a:lnTo>
                    <a:pt x="1219" y="2452"/>
                  </a:lnTo>
                  <a:lnTo>
                    <a:pt x="1095" y="2518"/>
                  </a:lnTo>
                  <a:lnTo>
                    <a:pt x="943" y="2574"/>
                  </a:lnTo>
                  <a:lnTo>
                    <a:pt x="747" y="2646"/>
                  </a:lnTo>
                  <a:lnTo>
                    <a:pt x="472" y="2780"/>
                  </a:lnTo>
                  <a:lnTo>
                    <a:pt x="0" y="3012"/>
                  </a:lnTo>
                  <a:close/>
                </a:path>
              </a:pathLst>
            </a:custGeom>
            <a:solidFill>
              <a:srgbClr val="EAF2FC"/>
            </a:solidFill>
            <a:ln w="1270">
              <a:solidFill>
                <a:srgbClr val="246BC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 dirty="0"/>
            </a:p>
          </p:txBody>
        </p:sp>
        <p:cxnSp>
          <p:nvCxnSpPr>
            <p:cNvPr id="72" name="Effective_YGrid_0.0"/>
            <p:cNvCxnSpPr/>
            <p:nvPr/>
          </p:nvCxnSpPr>
          <p:spPr>
            <a:xfrm>
              <a:off x="4492446" y="5291480"/>
              <a:ext cx="3678166" cy="0"/>
            </a:xfrm>
            <a:prstGeom prst="line">
              <a:avLst/>
            </a:prstGeom>
            <a:ln w="5715">
              <a:solidFill>
                <a:srgbClr val="D9D9D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Effective_YLabel_0.0"/>
            <p:cNvSpPr txBox="1"/>
            <p:nvPr/>
          </p:nvSpPr>
          <p:spPr>
            <a:xfrm>
              <a:off x="4277175" y="5215762"/>
              <a:ext cx="168316" cy="151438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1050" dirty="0">
                  <a:solidFill>
                    <a:srgbClr val="596270"/>
                  </a:solidFill>
                  <a:latin typeface="Times New Roman"/>
                </a:rPr>
                <a:t>0.0</a:t>
              </a:r>
            </a:p>
          </p:txBody>
        </p:sp>
        <p:cxnSp>
          <p:nvCxnSpPr>
            <p:cNvPr id="74" name="Effective_YGrid_0.2"/>
            <p:cNvCxnSpPr/>
            <p:nvPr/>
          </p:nvCxnSpPr>
          <p:spPr>
            <a:xfrm>
              <a:off x="4492446" y="4677003"/>
              <a:ext cx="3678166" cy="0"/>
            </a:xfrm>
            <a:prstGeom prst="line">
              <a:avLst/>
            </a:prstGeom>
            <a:ln w="5715">
              <a:solidFill>
                <a:srgbClr val="D9D9D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Effective_YLabel_0.2"/>
            <p:cNvSpPr txBox="1"/>
            <p:nvPr/>
          </p:nvSpPr>
          <p:spPr>
            <a:xfrm>
              <a:off x="4277175" y="4601285"/>
              <a:ext cx="168316" cy="151438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1050">
                  <a:solidFill>
                    <a:srgbClr val="596270"/>
                  </a:solidFill>
                  <a:latin typeface="Times New Roman"/>
                </a:rPr>
                <a:t>0.2</a:t>
              </a:r>
            </a:p>
          </p:txBody>
        </p:sp>
        <p:cxnSp>
          <p:nvCxnSpPr>
            <p:cNvPr id="76" name="Effective_YGrid_0.4"/>
            <p:cNvCxnSpPr/>
            <p:nvPr/>
          </p:nvCxnSpPr>
          <p:spPr>
            <a:xfrm>
              <a:off x="4492446" y="4062526"/>
              <a:ext cx="3678166" cy="0"/>
            </a:xfrm>
            <a:prstGeom prst="line">
              <a:avLst/>
            </a:prstGeom>
            <a:ln w="5715">
              <a:solidFill>
                <a:srgbClr val="D9D9D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Effective_YLabel_0.4"/>
            <p:cNvSpPr txBox="1"/>
            <p:nvPr/>
          </p:nvSpPr>
          <p:spPr>
            <a:xfrm>
              <a:off x="4277175" y="3986808"/>
              <a:ext cx="168316" cy="151438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1050">
                  <a:solidFill>
                    <a:srgbClr val="596270"/>
                  </a:solidFill>
                  <a:latin typeface="Times New Roman"/>
                </a:rPr>
                <a:t>0.4</a:t>
              </a:r>
            </a:p>
          </p:txBody>
        </p:sp>
        <p:cxnSp>
          <p:nvCxnSpPr>
            <p:cNvPr id="78" name="Effective_YGrid_0.6"/>
            <p:cNvCxnSpPr/>
            <p:nvPr/>
          </p:nvCxnSpPr>
          <p:spPr>
            <a:xfrm>
              <a:off x="4492446" y="3448049"/>
              <a:ext cx="3678166" cy="0"/>
            </a:xfrm>
            <a:prstGeom prst="line">
              <a:avLst/>
            </a:prstGeom>
            <a:ln w="5715">
              <a:solidFill>
                <a:srgbClr val="D9D9D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Effective_YLabel_0.6"/>
            <p:cNvSpPr txBox="1"/>
            <p:nvPr/>
          </p:nvSpPr>
          <p:spPr>
            <a:xfrm>
              <a:off x="4277175" y="3372331"/>
              <a:ext cx="168316" cy="151438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1050">
                  <a:solidFill>
                    <a:srgbClr val="596270"/>
                  </a:solidFill>
                  <a:latin typeface="Times New Roman"/>
                </a:rPr>
                <a:t>0.6</a:t>
              </a:r>
            </a:p>
          </p:txBody>
        </p:sp>
        <p:cxnSp>
          <p:nvCxnSpPr>
            <p:cNvPr id="80" name="Effective_YGrid_0.8"/>
            <p:cNvCxnSpPr/>
            <p:nvPr/>
          </p:nvCxnSpPr>
          <p:spPr>
            <a:xfrm>
              <a:off x="4492446" y="2833572"/>
              <a:ext cx="3678166" cy="0"/>
            </a:xfrm>
            <a:prstGeom prst="line">
              <a:avLst/>
            </a:prstGeom>
            <a:ln w="5715">
              <a:solidFill>
                <a:srgbClr val="D9D9D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Effective_YLabel_0.8"/>
            <p:cNvSpPr txBox="1"/>
            <p:nvPr/>
          </p:nvSpPr>
          <p:spPr>
            <a:xfrm>
              <a:off x="4277175" y="2757854"/>
              <a:ext cx="168316" cy="151438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1050" dirty="0">
                  <a:solidFill>
                    <a:srgbClr val="596270"/>
                  </a:solidFill>
                  <a:latin typeface="Times New Roman"/>
                </a:rPr>
                <a:t>0.8</a:t>
              </a:r>
            </a:p>
          </p:txBody>
        </p:sp>
        <p:cxnSp>
          <p:nvCxnSpPr>
            <p:cNvPr id="82" name="Effective_YGrid_1.0"/>
            <p:cNvCxnSpPr/>
            <p:nvPr/>
          </p:nvCxnSpPr>
          <p:spPr>
            <a:xfrm>
              <a:off x="4492446" y="2219096"/>
              <a:ext cx="3678166" cy="0"/>
            </a:xfrm>
            <a:prstGeom prst="line">
              <a:avLst/>
            </a:prstGeom>
            <a:ln w="5715">
              <a:solidFill>
                <a:srgbClr val="D9D9D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Effective_YLabel_1.0"/>
            <p:cNvSpPr txBox="1"/>
            <p:nvPr/>
          </p:nvSpPr>
          <p:spPr>
            <a:xfrm>
              <a:off x="4277175" y="2143378"/>
              <a:ext cx="168316" cy="151438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sz="1050" dirty="0">
                  <a:solidFill>
                    <a:srgbClr val="596270"/>
                  </a:solidFill>
                  <a:latin typeface="Times New Roman"/>
                </a:rPr>
                <a:t>1.0</a:t>
              </a:r>
            </a:p>
          </p:txBody>
        </p:sp>
        <p:cxnSp>
          <p:nvCxnSpPr>
            <p:cNvPr id="84" name="Effective_XTick_1"/>
            <p:cNvCxnSpPr/>
            <p:nvPr/>
          </p:nvCxnSpPr>
          <p:spPr>
            <a:xfrm>
              <a:off x="4492446" y="5291480"/>
              <a:ext cx="0" cy="45720"/>
            </a:xfrm>
            <a:prstGeom prst="line">
              <a:avLst/>
            </a:prstGeom>
            <a:ln w="6985">
              <a:solidFill>
                <a:srgbClr val="66666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Effective_XLabel_1"/>
            <p:cNvSpPr txBox="1"/>
            <p:nvPr/>
          </p:nvSpPr>
          <p:spPr>
            <a:xfrm>
              <a:off x="4458784" y="5362066"/>
              <a:ext cx="67327" cy="151438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596270"/>
                  </a:solidFill>
                  <a:latin typeface="Times New Roman"/>
                </a:rPr>
                <a:t>1</a:t>
              </a:r>
            </a:p>
          </p:txBody>
        </p:sp>
        <p:cxnSp>
          <p:nvCxnSpPr>
            <p:cNvPr id="86" name="Effective_XTick_10"/>
            <p:cNvCxnSpPr/>
            <p:nvPr/>
          </p:nvCxnSpPr>
          <p:spPr>
            <a:xfrm>
              <a:off x="5718500" y="5291480"/>
              <a:ext cx="0" cy="45720"/>
            </a:xfrm>
            <a:prstGeom prst="line">
              <a:avLst/>
            </a:prstGeom>
            <a:ln w="6985">
              <a:solidFill>
                <a:srgbClr val="66666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Effective_XLabel_10"/>
            <p:cNvSpPr txBox="1"/>
            <p:nvPr/>
          </p:nvSpPr>
          <p:spPr>
            <a:xfrm>
              <a:off x="5651175" y="5362066"/>
              <a:ext cx="134652" cy="151438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596270"/>
                  </a:solidFill>
                  <a:latin typeface="Times New Roman"/>
                </a:rPr>
                <a:t>10</a:t>
              </a:r>
            </a:p>
          </p:txBody>
        </p:sp>
        <p:cxnSp>
          <p:nvCxnSpPr>
            <p:cNvPr id="88" name="Effective_XTick_100"/>
            <p:cNvCxnSpPr/>
            <p:nvPr/>
          </p:nvCxnSpPr>
          <p:spPr>
            <a:xfrm>
              <a:off x="6944555" y="5291480"/>
              <a:ext cx="0" cy="45720"/>
            </a:xfrm>
            <a:prstGeom prst="line">
              <a:avLst/>
            </a:prstGeom>
            <a:ln w="6985">
              <a:solidFill>
                <a:srgbClr val="66666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Effective_XLabel_100"/>
            <p:cNvSpPr txBox="1"/>
            <p:nvPr/>
          </p:nvSpPr>
          <p:spPr>
            <a:xfrm>
              <a:off x="6843567" y="5362066"/>
              <a:ext cx="201978" cy="151438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596270"/>
                  </a:solidFill>
                  <a:latin typeface="Times New Roman"/>
                </a:rPr>
                <a:t>100</a:t>
              </a:r>
            </a:p>
          </p:txBody>
        </p:sp>
        <p:cxnSp>
          <p:nvCxnSpPr>
            <p:cNvPr id="90" name="Effective_XTick_1000"/>
            <p:cNvCxnSpPr/>
            <p:nvPr/>
          </p:nvCxnSpPr>
          <p:spPr>
            <a:xfrm>
              <a:off x="8170612" y="5291480"/>
              <a:ext cx="0" cy="45720"/>
            </a:xfrm>
            <a:prstGeom prst="line">
              <a:avLst/>
            </a:prstGeom>
            <a:ln w="6985">
              <a:solidFill>
                <a:srgbClr val="66666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Effective_XLabel_1000"/>
            <p:cNvSpPr txBox="1"/>
            <p:nvPr/>
          </p:nvSpPr>
          <p:spPr>
            <a:xfrm>
              <a:off x="8035959" y="5362066"/>
              <a:ext cx="269306" cy="151438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1050">
                  <a:solidFill>
                    <a:srgbClr val="596270"/>
                  </a:solidFill>
                  <a:latin typeface="Times New Roman"/>
                </a:rPr>
                <a:t>1000</a:t>
              </a:r>
            </a:p>
          </p:txBody>
        </p:sp>
        <p:cxnSp>
          <p:nvCxnSpPr>
            <p:cNvPr id="92" name="Effective_XAxis"/>
            <p:cNvCxnSpPr/>
            <p:nvPr/>
          </p:nvCxnSpPr>
          <p:spPr>
            <a:xfrm>
              <a:off x="4492446" y="5291480"/>
              <a:ext cx="3678166" cy="0"/>
            </a:xfrm>
            <a:prstGeom prst="line">
              <a:avLst/>
            </a:prstGeom>
            <a:ln w="8255">
              <a:solidFill>
                <a:srgbClr val="66666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Effective_YAxis"/>
            <p:cNvCxnSpPr/>
            <p:nvPr/>
          </p:nvCxnSpPr>
          <p:spPr>
            <a:xfrm>
              <a:off x="4492446" y="2219096"/>
              <a:ext cx="0" cy="3072384"/>
            </a:xfrm>
            <a:prstGeom prst="line">
              <a:avLst/>
            </a:prstGeom>
            <a:ln w="8255">
              <a:solidFill>
                <a:srgbClr val="66666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Effective_XTitle"/>
            <p:cNvSpPr txBox="1"/>
            <p:nvPr/>
          </p:nvSpPr>
          <p:spPr>
            <a:xfrm>
              <a:off x="5544576" y="5518531"/>
              <a:ext cx="1561325" cy="201918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1400" dirty="0">
                  <a:solidFill>
                    <a:srgbClr val="596270"/>
                  </a:solidFill>
                  <a:latin typeface="Times New Roman"/>
                </a:rPr>
                <a:t>Principal components</a:t>
              </a:r>
            </a:p>
          </p:txBody>
        </p:sp>
        <p:sp>
          <p:nvSpPr>
            <p:cNvPr id="95" name="Effective_YTitle"/>
            <p:cNvSpPr txBox="1"/>
            <p:nvPr/>
          </p:nvSpPr>
          <p:spPr>
            <a:xfrm rot="16200000">
              <a:off x="3056373" y="3645853"/>
              <a:ext cx="2095794" cy="215444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1400" dirty="0">
                  <a:solidFill>
                    <a:srgbClr val="596270"/>
                  </a:solidFill>
                  <a:latin typeface="Times New Roman"/>
                </a:rPr>
                <a:t>Cumulative explained variance</a:t>
              </a:r>
            </a:p>
          </p:txBody>
        </p:sp>
        <p:sp>
          <p:nvSpPr>
            <p:cNvPr id="97" name="Background_MedianCurve"/>
            <p:cNvSpPr/>
            <p:nvPr/>
          </p:nvSpPr>
          <p:spPr>
            <a:xfrm>
              <a:off x="4492446" y="2219096"/>
              <a:ext cx="3678166" cy="1975104"/>
            </a:xfrm>
            <a:custGeom>
              <a:avLst/>
              <a:gdLst/>
              <a:ahLst/>
              <a:cxnLst/>
              <a:rect l="l" t="t" r="r" b="b"/>
              <a:pathLst>
                <a:path w="4700" h="2160">
                  <a:moveTo>
                    <a:pt x="0" y="2160"/>
                  </a:moveTo>
                  <a:lnTo>
                    <a:pt x="472" y="1543"/>
                  </a:lnTo>
                  <a:lnTo>
                    <a:pt x="747" y="1020"/>
                  </a:lnTo>
                  <a:lnTo>
                    <a:pt x="943" y="719"/>
                  </a:lnTo>
                  <a:lnTo>
                    <a:pt x="1095" y="517"/>
                  </a:lnTo>
                  <a:lnTo>
                    <a:pt x="1219" y="452"/>
                  </a:lnTo>
                  <a:lnTo>
                    <a:pt x="1324" y="396"/>
                  </a:lnTo>
                  <a:lnTo>
                    <a:pt x="1415" y="361"/>
                  </a:lnTo>
                  <a:lnTo>
                    <a:pt x="1495" y="329"/>
                  </a:lnTo>
                  <a:lnTo>
                    <a:pt x="1567" y="301"/>
                  </a:lnTo>
                  <a:lnTo>
                    <a:pt x="1632" y="281"/>
                  </a:lnTo>
                  <a:lnTo>
                    <a:pt x="1691" y="262"/>
                  </a:lnTo>
                  <a:lnTo>
                    <a:pt x="1745" y="246"/>
                  </a:lnTo>
                  <a:lnTo>
                    <a:pt x="1796" y="232"/>
                  </a:lnTo>
                  <a:lnTo>
                    <a:pt x="1843" y="220"/>
                  </a:lnTo>
                  <a:lnTo>
                    <a:pt x="1886" y="209"/>
                  </a:lnTo>
                  <a:lnTo>
                    <a:pt x="1928" y="199"/>
                  </a:lnTo>
                  <a:lnTo>
                    <a:pt x="1967" y="190"/>
                  </a:lnTo>
                  <a:lnTo>
                    <a:pt x="2003" y="181"/>
                  </a:lnTo>
                  <a:lnTo>
                    <a:pt x="2038" y="173"/>
                  </a:lnTo>
                  <a:lnTo>
                    <a:pt x="2071" y="165"/>
                  </a:lnTo>
                  <a:lnTo>
                    <a:pt x="2103" y="158"/>
                  </a:lnTo>
                  <a:lnTo>
                    <a:pt x="2133" y="151"/>
                  </a:lnTo>
                  <a:lnTo>
                    <a:pt x="2162" y="145"/>
                  </a:lnTo>
                  <a:lnTo>
                    <a:pt x="2190" y="139"/>
                  </a:lnTo>
                  <a:lnTo>
                    <a:pt x="2217" y="134"/>
                  </a:lnTo>
                  <a:lnTo>
                    <a:pt x="2242" y="129"/>
                  </a:lnTo>
                  <a:lnTo>
                    <a:pt x="2267" y="124"/>
                  </a:lnTo>
                  <a:lnTo>
                    <a:pt x="2291" y="119"/>
                  </a:lnTo>
                  <a:lnTo>
                    <a:pt x="2314" y="115"/>
                  </a:lnTo>
                  <a:lnTo>
                    <a:pt x="2336" y="111"/>
                  </a:lnTo>
                  <a:lnTo>
                    <a:pt x="2358" y="107"/>
                  </a:lnTo>
                  <a:lnTo>
                    <a:pt x="2379" y="104"/>
                  </a:lnTo>
                  <a:lnTo>
                    <a:pt x="2399" y="100"/>
                  </a:lnTo>
                  <a:lnTo>
                    <a:pt x="2419" y="97"/>
                  </a:lnTo>
                  <a:lnTo>
                    <a:pt x="2438" y="94"/>
                  </a:lnTo>
                  <a:lnTo>
                    <a:pt x="2457" y="91"/>
                  </a:lnTo>
                  <a:lnTo>
                    <a:pt x="2475" y="88"/>
                  </a:lnTo>
                  <a:lnTo>
                    <a:pt x="2493" y="85"/>
                  </a:lnTo>
                  <a:lnTo>
                    <a:pt x="2510" y="83"/>
                  </a:lnTo>
                  <a:lnTo>
                    <a:pt x="2527" y="80"/>
                  </a:lnTo>
                  <a:lnTo>
                    <a:pt x="2543" y="78"/>
                  </a:lnTo>
                  <a:lnTo>
                    <a:pt x="2559" y="76"/>
                  </a:lnTo>
                  <a:lnTo>
                    <a:pt x="2575" y="74"/>
                  </a:lnTo>
                  <a:lnTo>
                    <a:pt x="2590" y="72"/>
                  </a:lnTo>
                  <a:lnTo>
                    <a:pt x="2605" y="70"/>
                  </a:lnTo>
                  <a:lnTo>
                    <a:pt x="2620" y="68"/>
                  </a:lnTo>
                  <a:lnTo>
                    <a:pt x="2634" y="66"/>
                  </a:lnTo>
                  <a:lnTo>
                    <a:pt x="2648" y="64"/>
                  </a:lnTo>
                  <a:lnTo>
                    <a:pt x="2662" y="62"/>
                  </a:lnTo>
                  <a:lnTo>
                    <a:pt x="2675" y="61"/>
                  </a:lnTo>
                  <a:lnTo>
                    <a:pt x="2688" y="59"/>
                  </a:lnTo>
                  <a:lnTo>
                    <a:pt x="2701" y="58"/>
                  </a:lnTo>
                  <a:lnTo>
                    <a:pt x="2714" y="56"/>
                  </a:lnTo>
                  <a:lnTo>
                    <a:pt x="2727" y="55"/>
                  </a:lnTo>
                  <a:lnTo>
                    <a:pt x="2739" y="53"/>
                  </a:lnTo>
                  <a:lnTo>
                    <a:pt x="2751" y="52"/>
                  </a:lnTo>
                  <a:lnTo>
                    <a:pt x="2763" y="51"/>
                  </a:lnTo>
                  <a:lnTo>
                    <a:pt x="2774" y="50"/>
                  </a:lnTo>
                  <a:lnTo>
                    <a:pt x="2786" y="49"/>
                  </a:lnTo>
                  <a:lnTo>
                    <a:pt x="2797" y="47"/>
                  </a:lnTo>
                  <a:lnTo>
                    <a:pt x="2808" y="46"/>
                  </a:lnTo>
                  <a:lnTo>
                    <a:pt x="2819" y="45"/>
                  </a:lnTo>
                  <a:lnTo>
                    <a:pt x="2830" y="44"/>
                  </a:lnTo>
                  <a:lnTo>
                    <a:pt x="2840" y="43"/>
                  </a:lnTo>
                  <a:lnTo>
                    <a:pt x="2851" y="42"/>
                  </a:lnTo>
                  <a:lnTo>
                    <a:pt x="2861" y="41"/>
                  </a:lnTo>
                  <a:lnTo>
                    <a:pt x="2871" y="40"/>
                  </a:lnTo>
                  <a:lnTo>
                    <a:pt x="2881" y="39"/>
                  </a:lnTo>
                  <a:lnTo>
                    <a:pt x="2891" y="39"/>
                  </a:lnTo>
                  <a:lnTo>
                    <a:pt x="2900" y="38"/>
                  </a:lnTo>
                  <a:lnTo>
                    <a:pt x="2910" y="37"/>
                  </a:lnTo>
                  <a:lnTo>
                    <a:pt x="2919" y="36"/>
                  </a:lnTo>
                  <a:lnTo>
                    <a:pt x="2928" y="35"/>
                  </a:lnTo>
                  <a:lnTo>
                    <a:pt x="2938" y="35"/>
                  </a:lnTo>
                  <a:lnTo>
                    <a:pt x="2947" y="34"/>
                  </a:lnTo>
                  <a:lnTo>
                    <a:pt x="2956" y="33"/>
                  </a:lnTo>
                  <a:lnTo>
                    <a:pt x="2964" y="32"/>
                  </a:lnTo>
                  <a:lnTo>
                    <a:pt x="2973" y="32"/>
                  </a:lnTo>
                  <a:lnTo>
                    <a:pt x="2982" y="31"/>
                  </a:lnTo>
                  <a:lnTo>
                    <a:pt x="2990" y="30"/>
                  </a:lnTo>
                  <a:lnTo>
                    <a:pt x="2998" y="30"/>
                  </a:lnTo>
                  <a:lnTo>
                    <a:pt x="3007" y="29"/>
                  </a:lnTo>
                  <a:lnTo>
                    <a:pt x="3015" y="29"/>
                  </a:lnTo>
                  <a:lnTo>
                    <a:pt x="3023" y="28"/>
                  </a:lnTo>
                  <a:lnTo>
                    <a:pt x="3031" y="27"/>
                  </a:lnTo>
                  <a:lnTo>
                    <a:pt x="3039" y="27"/>
                  </a:lnTo>
                  <a:lnTo>
                    <a:pt x="3046" y="26"/>
                  </a:lnTo>
                  <a:lnTo>
                    <a:pt x="3054" y="26"/>
                  </a:lnTo>
                  <a:lnTo>
                    <a:pt x="3062" y="25"/>
                  </a:lnTo>
                  <a:lnTo>
                    <a:pt x="3069" y="25"/>
                  </a:lnTo>
                  <a:lnTo>
                    <a:pt x="3077" y="24"/>
                  </a:lnTo>
                  <a:lnTo>
                    <a:pt x="3084" y="24"/>
                  </a:lnTo>
                  <a:lnTo>
                    <a:pt x="3091" y="23"/>
                  </a:lnTo>
                  <a:lnTo>
                    <a:pt x="3098" y="23"/>
                  </a:lnTo>
                  <a:lnTo>
                    <a:pt x="3106" y="22"/>
                  </a:lnTo>
                  <a:lnTo>
                    <a:pt x="3113" y="22"/>
                  </a:lnTo>
                  <a:lnTo>
                    <a:pt x="3120" y="22"/>
                  </a:lnTo>
                  <a:lnTo>
                    <a:pt x="3126" y="21"/>
                  </a:lnTo>
                  <a:lnTo>
                    <a:pt x="3133" y="21"/>
                  </a:lnTo>
                  <a:lnTo>
                    <a:pt x="3140" y="20"/>
                  </a:lnTo>
                  <a:lnTo>
                    <a:pt x="3147" y="20"/>
                  </a:lnTo>
                  <a:lnTo>
                    <a:pt x="3153" y="20"/>
                  </a:lnTo>
                  <a:lnTo>
                    <a:pt x="3160" y="19"/>
                  </a:lnTo>
                  <a:lnTo>
                    <a:pt x="3167" y="19"/>
                  </a:lnTo>
                  <a:lnTo>
                    <a:pt x="3173" y="18"/>
                  </a:lnTo>
                  <a:lnTo>
                    <a:pt x="3179" y="18"/>
                  </a:lnTo>
                  <a:lnTo>
                    <a:pt x="3186" y="18"/>
                  </a:lnTo>
                  <a:lnTo>
                    <a:pt x="3192" y="17"/>
                  </a:lnTo>
                  <a:lnTo>
                    <a:pt x="3198" y="17"/>
                  </a:lnTo>
                  <a:lnTo>
                    <a:pt x="3204" y="17"/>
                  </a:lnTo>
                  <a:lnTo>
                    <a:pt x="3210" y="16"/>
                  </a:lnTo>
                  <a:lnTo>
                    <a:pt x="3216" y="16"/>
                  </a:lnTo>
                  <a:lnTo>
                    <a:pt x="3222" y="16"/>
                  </a:lnTo>
                  <a:lnTo>
                    <a:pt x="3228" y="16"/>
                  </a:lnTo>
                  <a:lnTo>
                    <a:pt x="3234" y="15"/>
                  </a:lnTo>
                  <a:lnTo>
                    <a:pt x="3240" y="15"/>
                  </a:lnTo>
                  <a:lnTo>
                    <a:pt x="3246" y="15"/>
                  </a:lnTo>
                  <a:lnTo>
                    <a:pt x="3252" y="14"/>
                  </a:lnTo>
                  <a:lnTo>
                    <a:pt x="3257" y="14"/>
                  </a:lnTo>
                  <a:lnTo>
                    <a:pt x="3263" y="14"/>
                  </a:lnTo>
                  <a:lnTo>
                    <a:pt x="3269" y="14"/>
                  </a:lnTo>
                  <a:lnTo>
                    <a:pt x="3274" y="13"/>
                  </a:lnTo>
                  <a:lnTo>
                    <a:pt x="3280" y="13"/>
                  </a:lnTo>
                  <a:lnTo>
                    <a:pt x="3285" y="13"/>
                  </a:lnTo>
                  <a:lnTo>
                    <a:pt x="3291" y="13"/>
                  </a:lnTo>
                  <a:lnTo>
                    <a:pt x="3296" y="12"/>
                  </a:lnTo>
                  <a:lnTo>
                    <a:pt x="3301" y="12"/>
                  </a:lnTo>
                  <a:lnTo>
                    <a:pt x="3307" y="12"/>
                  </a:lnTo>
                  <a:lnTo>
                    <a:pt x="3312" y="12"/>
                  </a:lnTo>
                  <a:lnTo>
                    <a:pt x="3317" y="12"/>
                  </a:lnTo>
                  <a:lnTo>
                    <a:pt x="3322" y="11"/>
                  </a:lnTo>
                  <a:lnTo>
                    <a:pt x="3327" y="11"/>
                  </a:lnTo>
                  <a:lnTo>
                    <a:pt x="3332" y="11"/>
                  </a:lnTo>
                  <a:lnTo>
                    <a:pt x="3338" y="11"/>
                  </a:lnTo>
                  <a:lnTo>
                    <a:pt x="3343" y="11"/>
                  </a:lnTo>
                  <a:lnTo>
                    <a:pt x="3348" y="10"/>
                  </a:lnTo>
                  <a:lnTo>
                    <a:pt x="3352" y="10"/>
                  </a:lnTo>
                  <a:lnTo>
                    <a:pt x="3357" y="10"/>
                  </a:lnTo>
                  <a:lnTo>
                    <a:pt x="3362" y="10"/>
                  </a:lnTo>
                  <a:lnTo>
                    <a:pt x="3367" y="10"/>
                  </a:lnTo>
                  <a:lnTo>
                    <a:pt x="3372" y="10"/>
                  </a:lnTo>
                  <a:lnTo>
                    <a:pt x="3377" y="9"/>
                  </a:lnTo>
                  <a:lnTo>
                    <a:pt x="3381" y="9"/>
                  </a:lnTo>
                  <a:lnTo>
                    <a:pt x="3386" y="9"/>
                  </a:lnTo>
                  <a:lnTo>
                    <a:pt x="3391" y="9"/>
                  </a:lnTo>
                  <a:lnTo>
                    <a:pt x="3395" y="9"/>
                  </a:lnTo>
                  <a:lnTo>
                    <a:pt x="3400" y="9"/>
                  </a:lnTo>
                  <a:lnTo>
                    <a:pt x="3405" y="8"/>
                  </a:lnTo>
                  <a:lnTo>
                    <a:pt x="3409" y="8"/>
                  </a:lnTo>
                  <a:lnTo>
                    <a:pt x="3414" y="8"/>
                  </a:lnTo>
                  <a:lnTo>
                    <a:pt x="3418" y="8"/>
                  </a:lnTo>
                  <a:lnTo>
                    <a:pt x="3423" y="8"/>
                  </a:lnTo>
                  <a:lnTo>
                    <a:pt x="3427" y="8"/>
                  </a:lnTo>
                  <a:lnTo>
                    <a:pt x="3432" y="8"/>
                  </a:lnTo>
                  <a:lnTo>
                    <a:pt x="3436" y="8"/>
                  </a:lnTo>
                  <a:lnTo>
                    <a:pt x="3440" y="7"/>
                  </a:lnTo>
                  <a:lnTo>
                    <a:pt x="3445" y="7"/>
                  </a:lnTo>
                  <a:lnTo>
                    <a:pt x="3449" y="7"/>
                  </a:lnTo>
                  <a:lnTo>
                    <a:pt x="3453" y="7"/>
                  </a:lnTo>
                  <a:lnTo>
                    <a:pt x="3457" y="7"/>
                  </a:lnTo>
                  <a:lnTo>
                    <a:pt x="3462" y="7"/>
                  </a:lnTo>
                  <a:lnTo>
                    <a:pt x="3466" y="7"/>
                  </a:lnTo>
                  <a:lnTo>
                    <a:pt x="3470" y="7"/>
                  </a:lnTo>
                  <a:lnTo>
                    <a:pt x="3474" y="6"/>
                  </a:lnTo>
                  <a:lnTo>
                    <a:pt x="3478" y="6"/>
                  </a:lnTo>
                  <a:lnTo>
                    <a:pt x="3482" y="6"/>
                  </a:lnTo>
                  <a:lnTo>
                    <a:pt x="3486" y="6"/>
                  </a:lnTo>
                  <a:lnTo>
                    <a:pt x="3490" y="6"/>
                  </a:lnTo>
                  <a:lnTo>
                    <a:pt x="3494" y="6"/>
                  </a:lnTo>
                  <a:lnTo>
                    <a:pt x="3498" y="6"/>
                  </a:lnTo>
                  <a:lnTo>
                    <a:pt x="3502" y="6"/>
                  </a:lnTo>
                  <a:lnTo>
                    <a:pt x="3506" y="6"/>
                  </a:lnTo>
                  <a:lnTo>
                    <a:pt x="3510" y="6"/>
                  </a:lnTo>
                  <a:lnTo>
                    <a:pt x="3514" y="5"/>
                  </a:lnTo>
                  <a:lnTo>
                    <a:pt x="3518" y="5"/>
                  </a:lnTo>
                  <a:lnTo>
                    <a:pt x="3522" y="5"/>
                  </a:lnTo>
                  <a:lnTo>
                    <a:pt x="3526" y="5"/>
                  </a:lnTo>
                  <a:lnTo>
                    <a:pt x="3529" y="5"/>
                  </a:lnTo>
                  <a:lnTo>
                    <a:pt x="3533" y="5"/>
                  </a:lnTo>
                  <a:lnTo>
                    <a:pt x="3537" y="5"/>
                  </a:lnTo>
                  <a:lnTo>
                    <a:pt x="3541" y="5"/>
                  </a:lnTo>
                  <a:lnTo>
                    <a:pt x="3545" y="5"/>
                  </a:lnTo>
                  <a:lnTo>
                    <a:pt x="3548" y="5"/>
                  </a:lnTo>
                  <a:lnTo>
                    <a:pt x="3552" y="5"/>
                  </a:lnTo>
                  <a:lnTo>
                    <a:pt x="3556" y="5"/>
                  </a:lnTo>
                  <a:lnTo>
                    <a:pt x="3559" y="5"/>
                  </a:lnTo>
                  <a:lnTo>
                    <a:pt x="3563" y="4"/>
                  </a:lnTo>
                  <a:lnTo>
                    <a:pt x="3566" y="4"/>
                  </a:lnTo>
                  <a:lnTo>
                    <a:pt x="3570" y="4"/>
                  </a:lnTo>
                  <a:lnTo>
                    <a:pt x="3574" y="4"/>
                  </a:lnTo>
                  <a:lnTo>
                    <a:pt x="3577" y="4"/>
                  </a:lnTo>
                  <a:lnTo>
                    <a:pt x="3581" y="4"/>
                  </a:lnTo>
                  <a:lnTo>
                    <a:pt x="3584" y="4"/>
                  </a:lnTo>
                  <a:lnTo>
                    <a:pt x="3588" y="4"/>
                  </a:lnTo>
                  <a:lnTo>
                    <a:pt x="3591" y="4"/>
                  </a:lnTo>
                  <a:lnTo>
                    <a:pt x="3595" y="4"/>
                  </a:lnTo>
                  <a:lnTo>
                    <a:pt x="3598" y="4"/>
                  </a:lnTo>
                  <a:lnTo>
                    <a:pt x="3602" y="4"/>
                  </a:lnTo>
                  <a:lnTo>
                    <a:pt x="3605" y="4"/>
                  </a:lnTo>
                  <a:lnTo>
                    <a:pt x="3608" y="4"/>
                  </a:lnTo>
                  <a:lnTo>
                    <a:pt x="3612" y="4"/>
                  </a:lnTo>
                  <a:lnTo>
                    <a:pt x="3615" y="4"/>
                  </a:lnTo>
                  <a:lnTo>
                    <a:pt x="3618" y="4"/>
                  </a:lnTo>
                  <a:lnTo>
                    <a:pt x="3622" y="3"/>
                  </a:lnTo>
                  <a:lnTo>
                    <a:pt x="3625" y="3"/>
                  </a:lnTo>
                  <a:lnTo>
                    <a:pt x="3628" y="3"/>
                  </a:lnTo>
                  <a:lnTo>
                    <a:pt x="3632" y="3"/>
                  </a:lnTo>
                  <a:lnTo>
                    <a:pt x="3635" y="3"/>
                  </a:lnTo>
                  <a:lnTo>
                    <a:pt x="3638" y="3"/>
                  </a:lnTo>
                  <a:lnTo>
                    <a:pt x="3641" y="3"/>
                  </a:lnTo>
                  <a:lnTo>
                    <a:pt x="3645" y="3"/>
                  </a:lnTo>
                  <a:lnTo>
                    <a:pt x="3648" y="3"/>
                  </a:lnTo>
                  <a:lnTo>
                    <a:pt x="3651" y="3"/>
                  </a:lnTo>
                  <a:lnTo>
                    <a:pt x="3654" y="3"/>
                  </a:lnTo>
                  <a:lnTo>
                    <a:pt x="3657" y="3"/>
                  </a:lnTo>
                  <a:lnTo>
                    <a:pt x="3660" y="3"/>
                  </a:lnTo>
                  <a:lnTo>
                    <a:pt x="3664" y="3"/>
                  </a:lnTo>
                  <a:lnTo>
                    <a:pt x="3667" y="3"/>
                  </a:lnTo>
                  <a:lnTo>
                    <a:pt x="3670" y="3"/>
                  </a:lnTo>
                  <a:lnTo>
                    <a:pt x="3673" y="3"/>
                  </a:lnTo>
                  <a:lnTo>
                    <a:pt x="3676" y="3"/>
                  </a:lnTo>
                  <a:lnTo>
                    <a:pt x="3679" y="3"/>
                  </a:lnTo>
                  <a:lnTo>
                    <a:pt x="3682" y="3"/>
                  </a:lnTo>
                  <a:lnTo>
                    <a:pt x="3685" y="3"/>
                  </a:lnTo>
                  <a:lnTo>
                    <a:pt x="3688" y="3"/>
                  </a:lnTo>
                  <a:lnTo>
                    <a:pt x="3691" y="3"/>
                  </a:lnTo>
                  <a:lnTo>
                    <a:pt x="3694" y="2"/>
                  </a:lnTo>
                  <a:lnTo>
                    <a:pt x="3697" y="2"/>
                  </a:lnTo>
                  <a:lnTo>
                    <a:pt x="3700" y="2"/>
                  </a:lnTo>
                  <a:lnTo>
                    <a:pt x="3703" y="2"/>
                  </a:lnTo>
                  <a:lnTo>
                    <a:pt x="3706" y="2"/>
                  </a:lnTo>
                  <a:lnTo>
                    <a:pt x="3709" y="2"/>
                  </a:lnTo>
                  <a:lnTo>
                    <a:pt x="3712" y="2"/>
                  </a:lnTo>
                  <a:lnTo>
                    <a:pt x="3715" y="2"/>
                  </a:lnTo>
                  <a:lnTo>
                    <a:pt x="3718" y="2"/>
                  </a:lnTo>
                  <a:lnTo>
                    <a:pt x="3720" y="2"/>
                  </a:lnTo>
                  <a:lnTo>
                    <a:pt x="3723" y="2"/>
                  </a:lnTo>
                  <a:lnTo>
                    <a:pt x="3726" y="2"/>
                  </a:lnTo>
                  <a:lnTo>
                    <a:pt x="3729" y="2"/>
                  </a:lnTo>
                  <a:lnTo>
                    <a:pt x="3732" y="2"/>
                  </a:lnTo>
                  <a:lnTo>
                    <a:pt x="3735" y="2"/>
                  </a:lnTo>
                  <a:lnTo>
                    <a:pt x="3737" y="2"/>
                  </a:lnTo>
                  <a:lnTo>
                    <a:pt x="3740" y="2"/>
                  </a:lnTo>
                  <a:lnTo>
                    <a:pt x="3743" y="2"/>
                  </a:lnTo>
                  <a:lnTo>
                    <a:pt x="3746" y="2"/>
                  </a:lnTo>
                  <a:lnTo>
                    <a:pt x="3749" y="2"/>
                  </a:lnTo>
                  <a:lnTo>
                    <a:pt x="3751" y="2"/>
                  </a:lnTo>
                  <a:lnTo>
                    <a:pt x="3754" y="2"/>
                  </a:lnTo>
                  <a:lnTo>
                    <a:pt x="3757" y="2"/>
                  </a:lnTo>
                  <a:lnTo>
                    <a:pt x="3759" y="2"/>
                  </a:lnTo>
                  <a:lnTo>
                    <a:pt x="3762" y="2"/>
                  </a:lnTo>
                  <a:lnTo>
                    <a:pt x="3765" y="2"/>
                  </a:lnTo>
                  <a:lnTo>
                    <a:pt x="3768" y="2"/>
                  </a:lnTo>
                  <a:lnTo>
                    <a:pt x="3770" y="2"/>
                  </a:lnTo>
                  <a:lnTo>
                    <a:pt x="3773" y="2"/>
                  </a:lnTo>
                  <a:lnTo>
                    <a:pt x="3776" y="2"/>
                  </a:lnTo>
                  <a:lnTo>
                    <a:pt x="3778" y="2"/>
                  </a:lnTo>
                  <a:lnTo>
                    <a:pt x="3781" y="2"/>
                  </a:lnTo>
                  <a:lnTo>
                    <a:pt x="3783" y="2"/>
                  </a:lnTo>
                  <a:lnTo>
                    <a:pt x="3786" y="2"/>
                  </a:lnTo>
                  <a:lnTo>
                    <a:pt x="3789" y="2"/>
                  </a:lnTo>
                  <a:lnTo>
                    <a:pt x="3791" y="2"/>
                  </a:lnTo>
                  <a:lnTo>
                    <a:pt x="3794" y="2"/>
                  </a:lnTo>
                  <a:lnTo>
                    <a:pt x="3796" y="1"/>
                  </a:lnTo>
                  <a:lnTo>
                    <a:pt x="3799" y="1"/>
                  </a:lnTo>
                  <a:lnTo>
                    <a:pt x="3802" y="1"/>
                  </a:lnTo>
                  <a:lnTo>
                    <a:pt x="3804" y="1"/>
                  </a:lnTo>
                  <a:lnTo>
                    <a:pt x="3807" y="1"/>
                  </a:lnTo>
                  <a:lnTo>
                    <a:pt x="3809" y="1"/>
                  </a:lnTo>
                  <a:lnTo>
                    <a:pt x="3812" y="1"/>
                  </a:lnTo>
                  <a:lnTo>
                    <a:pt x="3814" y="1"/>
                  </a:lnTo>
                  <a:lnTo>
                    <a:pt x="3817" y="1"/>
                  </a:lnTo>
                  <a:lnTo>
                    <a:pt x="3819" y="1"/>
                  </a:lnTo>
                  <a:lnTo>
                    <a:pt x="3822" y="1"/>
                  </a:lnTo>
                  <a:lnTo>
                    <a:pt x="3824" y="1"/>
                  </a:lnTo>
                  <a:lnTo>
                    <a:pt x="3827" y="1"/>
                  </a:lnTo>
                  <a:lnTo>
                    <a:pt x="3829" y="1"/>
                  </a:lnTo>
                  <a:lnTo>
                    <a:pt x="3831" y="1"/>
                  </a:lnTo>
                  <a:lnTo>
                    <a:pt x="3834" y="1"/>
                  </a:lnTo>
                  <a:lnTo>
                    <a:pt x="3836" y="1"/>
                  </a:lnTo>
                  <a:lnTo>
                    <a:pt x="3839" y="1"/>
                  </a:lnTo>
                  <a:lnTo>
                    <a:pt x="3841" y="1"/>
                  </a:lnTo>
                  <a:lnTo>
                    <a:pt x="3844" y="1"/>
                  </a:lnTo>
                  <a:lnTo>
                    <a:pt x="3846" y="1"/>
                  </a:lnTo>
                  <a:lnTo>
                    <a:pt x="3848" y="1"/>
                  </a:lnTo>
                  <a:lnTo>
                    <a:pt x="3851" y="1"/>
                  </a:lnTo>
                  <a:lnTo>
                    <a:pt x="3853" y="1"/>
                  </a:lnTo>
                  <a:lnTo>
                    <a:pt x="3855" y="1"/>
                  </a:lnTo>
                  <a:lnTo>
                    <a:pt x="3858" y="1"/>
                  </a:lnTo>
                  <a:lnTo>
                    <a:pt x="3860" y="1"/>
                  </a:lnTo>
                  <a:lnTo>
                    <a:pt x="3862" y="1"/>
                  </a:lnTo>
                  <a:lnTo>
                    <a:pt x="3865" y="1"/>
                  </a:lnTo>
                  <a:lnTo>
                    <a:pt x="3867" y="1"/>
                  </a:lnTo>
                  <a:lnTo>
                    <a:pt x="3869" y="1"/>
                  </a:lnTo>
                  <a:lnTo>
                    <a:pt x="3872" y="1"/>
                  </a:lnTo>
                  <a:lnTo>
                    <a:pt x="3874" y="1"/>
                  </a:lnTo>
                  <a:lnTo>
                    <a:pt x="3876" y="1"/>
                  </a:lnTo>
                  <a:lnTo>
                    <a:pt x="3879" y="1"/>
                  </a:lnTo>
                  <a:lnTo>
                    <a:pt x="3881" y="1"/>
                  </a:lnTo>
                  <a:lnTo>
                    <a:pt x="3883" y="1"/>
                  </a:lnTo>
                  <a:lnTo>
                    <a:pt x="3885" y="1"/>
                  </a:lnTo>
                  <a:lnTo>
                    <a:pt x="3888" y="1"/>
                  </a:lnTo>
                  <a:lnTo>
                    <a:pt x="3890" y="1"/>
                  </a:lnTo>
                  <a:lnTo>
                    <a:pt x="3892" y="1"/>
                  </a:lnTo>
                  <a:lnTo>
                    <a:pt x="3894" y="1"/>
                  </a:lnTo>
                  <a:lnTo>
                    <a:pt x="3897" y="1"/>
                  </a:lnTo>
                  <a:lnTo>
                    <a:pt x="3899" y="1"/>
                  </a:lnTo>
                  <a:lnTo>
                    <a:pt x="3901" y="1"/>
                  </a:lnTo>
                  <a:lnTo>
                    <a:pt x="3903" y="1"/>
                  </a:lnTo>
                  <a:lnTo>
                    <a:pt x="3905" y="1"/>
                  </a:lnTo>
                  <a:lnTo>
                    <a:pt x="3908" y="1"/>
                  </a:lnTo>
                  <a:lnTo>
                    <a:pt x="3910" y="1"/>
                  </a:lnTo>
                  <a:lnTo>
                    <a:pt x="3912" y="1"/>
                  </a:lnTo>
                  <a:lnTo>
                    <a:pt x="3914" y="1"/>
                  </a:lnTo>
                  <a:lnTo>
                    <a:pt x="3916" y="1"/>
                  </a:lnTo>
                  <a:lnTo>
                    <a:pt x="3918" y="1"/>
                  </a:lnTo>
                  <a:lnTo>
                    <a:pt x="3920" y="1"/>
                  </a:lnTo>
                  <a:lnTo>
                    <a:pt x="3923" y="1"/>
                  </a:lnTo>
                  <a:lnTo>
                    <a:pt x="3925" y="1"/>
                  </a:lnTo>
                  <a:lnTo>
                    <a:pt x="3927" y="1"/>
                  </a:lnTo>
                  <a:lnTo>
                    <a:pt x="3929" y="1"/>
                  </a:lnTo>
                  <a:lnTo>
                    <a:pt x="3931" y="1"/>
                  </a:lnTo>
                  <a:lnTo>
                    <a:pt x="3933" y="1"/>
                  </a:lnTo>
                  <a:lnTo>
                    <a:pt x="3935" y="1"/>
                  </a:lnTo>
                  <a:lnTo>
                    <a:pt x="3937" y="1"/>
                  </a:lnTo>
                  <a:lnTo>
                    <a:pt x="3939" y="1"/>
                  </a:lnTo>
                  <a:lnTo>
                    <a:pt x="3942" y="1"/>
                  </a:lnTo>
                  <a:lnTo>
                    <a:pt x="3944" y="1"/>
                  </a:lnTo>
                  <a:lnTo>
                    <a:pt x="3946" y="1"/>
                  </a:lnTo>
                  <a:lnTo>
                    <a:pt x="3948" y="1"/>
                  </a:lnTo>
                  <a:lnTo>
                    <a:pt x="3950" y="1"/>
                  </a:lnTo>
                  <a:lnTo>
                    <a:pt x="3952" y="1"/>
                  </a:lnTo>
                  <a:lnTo>
                    <a:pt x="3954" y="1"/>
                  </a:lnTo>
                  <a:lnTo>
                    <a:pt x="3956" y="1"/>
                  </a:lnTo>
                  <a:lnTo>
                    <a:pt x="3958" y="1"/>
                  </a:lnTo>
                  <a:lnTo>
                    <a:pt x="3960" y="1"/>
                  </a:lnTo>
                  <a:lnTo>
                    <a:pt x="3962" y="1"/>
                  </a:lnTo>
                  <a:lnTo>
                    <a:pt x="3964" y="1"/>
                  </a:lnTo>
                  <a:lnTo>
                    <a:pt x="3966" y="1"/>
                  </a:lnTo>
                  <a:lnTo>
                    <a:pt x="3968" y="1"/>
                  </a:lnTo>
                  <a:lnTo>
                    <a:pt x="3970" y="1"/>
                  </a:lnTo>
                  <a:lnTo>
                    <a:pt x="3972" y="1"/>
                  </a:lnTo>
                  <a:lnTo>
                    <a:pt x="3974" y="1"/>
                  </a:lnTo>
                  <a:lnTo>
                    <a:pt x="3976" y="1"/>
                  </a:lnTo>
                  <a:lnTo>
                    <a:pt x="3978" y="1"/>
                  </a:lnTo>
                  <a:lnTo>
                    <a:pt x="3980" y="1"/>
                  </a:lnTo>
                  <a:lnTo>
                    <a:pt x="3982" y="1"/>
                  </a:lnTo>
                  <a:lnTo>
                    <a:pt x="3984" y="1"/>
                  </a:lnTo>
                  <a:lnTo>
                    <a:pt x="3986" y="1"/>
                  </a:lnTo>
                  <a:lnTo>
                    <a:pt x="3988" y="1"/>
                  </a:lnTo>
                  <a:lnTo>
                    <a:pt x="3990" y="1"/>
                  </a:lnTo>
                  <a:lnTo>
                    <a:pt x="3992" y="1"/>
                  </a:lnTo>
                  <a:lnTo>
                    <a:pt x="3993" y="1"/>
                  </a:lnTo>
                  <a:lnTo>
                    <a:pt x="3995" y="1"/>
                  </a:lnTo>
                  <a:lnTo>
                    <a:pt x="3997" y="1"/>
                  </a:lnTo>
                  <a:lnTo>
                    <a:pt x="3999" y="1"/>
                  </a:lnTo>
                  <a:lnTo>
                    <a:pt x="4001" y="1"/>
                  </a:lnTo>
                  <a:lnTo>
                    <a:pt x="4003" y="1"/>
                  </a:lnTo>
                  <a:lnTo>
                    <a:pt x="4005" y="1"/>
                  </a:lnTo>
                  <a:lnTo>
                    <a:pt x="4007" y="1"/>
                  </a:lnTo>
                  <a:lnTo>
                    <a:pt x="4009" y="1"/>
                  </a:lnTo>
                  <a:lnTo>
                    <a:pt x="4011" y="1"/>
                  </a:lnTo>
                  <a:lnTo>
                    <a:pt x="4012" y="1"/>
                  </a:lnTo>
                  <a:lnTo>
                    <a:pt x="4014" y="1"/>
                  </a:lnTo>
                  <a:lnTo>
                    <a:pt x="4016" y="0"/>
                  </a:lnTo>
                  <a:lnTo>
                    <a:pt x="4018" y="0"/>
                  </a:lnTo>
                  <a:lnTo>
                    <a:pt x="4020" y="0"/>
                  </a:lnTo>
                  <a:lnTo>
                    <a:pt x="4022" y="0"/>
                  </a:lnTo>
                  <a:lnTo>
                    <a:pt x="4024" y="0"/>
                  </a:lnTo>
                  <a:lnTo>
                    <a:pt x="4025" y="0"/>
                  </a:lnTo>
                  <a:lnTo>
                    <a:pt x="4027" y="0"/>
                  </a:lnTo>
                  <a:lnTo>
                    <a:pt x="4029" y="0"/>
                  </a:lnTo>
                  <a:lnTo>
                    <a:pt x="4031" y="0"/>
                  </a:lnTo>
                  <a:lnTo>
                    <a:pt x="4033" y="0"/>
                  </a:lnTo>
                  <a:lnTo>
                    <a:pt x="4034" y="0"/>
                  </a:lnTo>
                  <a:lnTo>
                    <a:pt x="4036" y="0"/>
                  </a:lnTo>
                  <a:lnTo>
                    <a:pt x="4038" y="0"/>
                  </a:lnTo>
                  <a:lnTo>
                    <a:pt x="4040" y="0"/>
                  </a:lnTo>
                  <a:lnTo>
                    <a:pt x="4042" y="0"/>
                  </a:lnTo>
                  <a:lnTo>
                    <a:pt x="4043" y="0"/>
                  </a:lnTo>
                  <a:lnTo>
                    <a:pt x="4045" y="0"/>
                  </a:lnTo>
                  <a:lnTo>
                    <a:pt x="4047" y="0"/>
                  </a:lnTo>
                  <a:lnTo>
                    <a:pt x="4049" y="0"/>
                  </a:lnTo>
                  <a:lnTo>
                    <a:pt x="4051" y="0"/>
                  </a:lnTo>
                  <a:lnTo>
                    <a:pt x="4052" y="0"/>
                  </a:lnTo>
                  <a:lnTo>
                    <a:pt x="4054" y="0"/>
                  </a:lnTo>
                  <a:lnTo>
                    <a:pt x="4056" y="0"/>
                  </a:lnTo>
                  <a:lnTo>
                    <a:pt x="4058" y="0"/>
                  </a:lnTo>
                  <a:lnTo>
                    <a:pt x="4059" y="0"/>
                  </a:lnTo>
                  <a:lnTo>
                    <a:pt x="4061" y="0"/>
                  </a:lnTo>
                  <a:lnTo>
                    <a:pt x="4063" y="0"/>
                  </a:lnTo>
                  <a:lnTo>
                    <a:pt x="4065" y="0"/>
                  </a:lnTo>
                  <a:lnTo>
                    <a:pt x="4066" y="0"/>
                  </a:lnTo>
                  <a:lnTo>
                    <a:pt x="4068" y="0"/>
                  </a:lnTo>
                  <a:lnTo>
                    <a:pt x="4070" y="0"/>
                  </a:lnTo>
                  <a:lnTo>
                    <a:pt x="4071" y="0"/>
                  </a:lnTo>
                  <a:lnTo>
                    <a:pt x="4073" y="0"/>
                  </a:lnTo>
                  <a:lnTo>
                    <a:pt x="4075" y="0"/>
                  </a:lnTo>
                  <a:lnTo>
                    <a:pt x="4077" y="0"/>
                  </a:lnTo>
                  <a:lnTo>
                    <a:pt x="4078" y="0"/>
                  </a:lnTo>
                  <a:lnTo>
                    <a:pt x="4080" y="0"/>
                  </a:lnTo>
                  <a:lnTo>
                    <a:pt x="4082" y="0"/>
                  </a:lnTo>
                  <a:lnTo>
                    <a:pt x="4083" y="0"/>
                  </a:lnTo>
                  <a:lnTo>
                    <a:pt x="4085" y="0"/>
                  </a:lnTo>
                  <a:lnTo>
                    <a:pt x="4087" y="0"/>
                  </a:lnTo>
                  <a:lnTo>
                    <a:pt x="4088" y="0"/>
                  </a:lnTo>
                  <a:lnTo>
                    <a:pt x="4090" y="0"/>
                  </a:lnTo>
                  <a:lnTo>
                    <a:pt x="4092" y="0"/>
                  </a:lnTo>
                  <a:lnTo>
                    <a:pt x="4093" y="0"/>
                  </a:lnTo>
                  <a:lnTo>
                    <a:pt x="4095" y="0"/>
                  </a:lnTo>
                  <a:lnTo>
                    <a:pt x="4097" y="0"/>
                  </a:lnTo>
                  <a:lnTo>
                    <a:pt x="4098" y="0"/>
                  </a:lnTo>
                  <a:lnTo>
                    <a:pt x="4100" y="0"/>
                  </a:lnTo>
                  <a:lnTo>
                    <a:pt x="4102" y="0"/>
                  </a:lnTo>
                  <a:lnTo>
                    <a:pt x="4103" y="0"/>
                  </a:lnTo>
                  <a:lnTo>
                    <a:pt x="4105" y="0"/>
                  </a:lnTo>
                  <a:lnTo>
                    <a:pt x="4107" y="0"/>
                  </a:lnTo>
                  <a:lnTo>
                    <a:pt x="4108" y="0"/>
                  </a:lnTo>
                  <a:lnTo>
                    <a:pt x="4110" y="0"/>
                  </a:lnTo>
                  <a:lnTo>
                    <a:pt x="4111" y="0"/>
                  </a:lnTo>
                  <a:lnTo>
                    <a:pt x="4113" y="0"/>
                  </a:lnTo>
                  <a:lnTo>
                    <a:pt x="4115" y="0"/>
                  </a:lnTo>
                  <a:lnTo>
                    <a:pt x="4116" y="0"/>
                  </a:lnTo>
                  <a:lnTo>
                    <a:pt x="4118" y="0"/>
                  </a:lnTo>
                  <a:lnTo>
                    <a:pt x="4119" y="0"/>
                  </a:lnTo>
                  <a:lnTo>
                    <a:pt x="4121" y="0"/>
                  </a:lnTo>
                  <a:lnTo>
                    <a:pt x="4123" y="0"/>
                  </a:lnTo>
                  <a:lnTo>
                    <a:pt x="4124" y="0"/>
                  </a:lnTo>
                  <a:lnTo>
                    <a:pt x="4126" y="0"/>
                  </a:lnTo>
                  <a:lnTo>
                    <a:pt x="4127" y="0"/>
                  </a:lnTo>
                  <a:lnTo>
                    <a:pt x="4129" y="0"/>
                  </a:lnTo>
                  <a:lnTo>
                    <a:pt x="4130" y="0"/>
                  </a:lnTo>
                  <a:lnTo>
                    <a:pt x="4132" y="0"/>
                  </a:lnTo>
                  <a:lnTo>
                    <a:pt x="4134" y="0"/>
                  </a:lnTo>
                  <a:lnTo>
                    <a:pt x="4135" y="0"/>
                  </a:lnTo>
                  <a:lnTo>
                    <a:pt x="4137" y="0"/>
                  </a:lnTo>
                  <a:lnTo>
                    <a:pt x="4138" y="0"/>
                  </a:lnTo>
                  <a:lnTo>
                    <a:pt x="4140" y="0"/>
                  </a:lnTo>
                  <a:lnTo>
                    <a:pt x="4141" y="0"/>
                  </a:lnTo>
                  <a:lnTo>
                    <a:pt x="4143" y="0"/>
                  </a:lnTo>
                  <a:lnTo>
                    <a:pt x="4144" y="0"/>
                  </a:lnTo>
                  <a:lnTo>
                    <a:pt x="4146" y="0"/>
                  </a:lnTo>
                  <a:lnTo>
                    <a:pt x="4148" y="0"/>
                  </a:lnTo>
                  <a:lnTo>
                    <a:pt x="4149" y="0"/>
                  </a:lnTo>
                  <a:lnTo>
                    <a:pt x="4151" y="0"/>
                  </a:lnTo>
                  <a:lnTo>
                    <a:pt x="4152" y="0"/>
                  </a:lnTo>
                  <a:lnTo>
                    <a:pt x="4154" y="0"/>
                  </a:lnTo>
                  <a:lnTo>
                    <a:pt x="4155" y="0"/>
                  </a:lnTo>
                  <a:lnTo>
                    <a:pt x="4157" y="0"/>
                  </a:lnTo>
                  <a:lnTo>
                    <a:pt x="4158" y="0"/>
                  </a:lnTo>
                  <a:lnTo>
                    <a:pt x="4160" y="0"/>
                  </a:lnTo>
                  <a:lnTo>
                    <a:pt x="4161" y="0"/>
                  </a:lnTo>
                  <a:lnTo>
                    <a:pt x="4163" y="0"/>
                  </a:lnTo>
                  <a:lnTo>
                    <a:pt x="4164" y="0"/>
                  </a:lnTo>
                  <a:lnTo>
                    <a:pt x="4166" y="0"/>
                  </a:lnTo>
                  <a:lnTo>
                    <a:pt x="4167" y="0"/>
                  </a:lnTo>
                  <a:lnTo>
                    <a:pt x="4169" y="0"/>
                  </a:lnTo>
                  <a:lnTo>
                    <a:pt x="4170" y="0"/>
                  </a:lnTo>
                  <a:lnTo>
                    <a:pt x="4172" y="0"/>
                  </a:lnTo>
                  <a:lnTo>
                    <a:pt x="4173" y="0"/>
                  </a:lnTo>
                  <a:lnTo>
                    <a:pt x="4175" y="0"/>
                  </a:lnTo>
                  <a:lnTo>
                    <a:pt x="4176" y="0"/>
                  </a:lnTo>
                  <a:lnTo>
                    <a:pt x="4178" y="0"/>
                  </a:lnTo>
                  <a:lnTo>
                    <a:pt x="4179" y="0"/>
                  </a:lnTo>
                  <a:lnTo>
                    <a:pt x="4180" y="0"/>
                  </a:lnTo>
                  <a:lnTo>
                    <a:pt x="4182" y="0"/>
                  </a:lnTo>
                  <a:lnTo>
                    <a:pt x="4183" y="0"/>
                  </a:lnTo>
                  <a:lnTo>
                    <a:pt x="4185" y="0"/>
                  </a:lnTo>
                  <a:lnTo>
                    <a:pt x="4186" y="0"/>
                  </a:lnTo>
                  <a:lnTo>
                    <a:pt x="4188" y="0"/>
                  </a:lnTo>
                  <a:lnTo>
                    <a:pt x="4189" y="0"/>
                  </a:lnTo>
                  <a:lnTo>
                    <a:pt x="4191" y="0"/>
                  </a:lnTo>
                  <a:lnTo>
                    <a:pt x="4192" y="0"/>
                  </a:lnTo>
                  <a:lnTo>
                    <a:pt x="4193" y="0"/>
                  </a:lnTo>
                  <a:lnTo>
                    <a:pt x="4195" y="0"/>
                  </a:lnTo>
                  <a:lnTo>
                    <a:pt x="4196" y="0"/>
                  </a:lnTo>
                  <a:lnTo>
                    <a:pt x="4198" y="0"/>
                  </a:lnTo>
                  <a:lnTo>
                    <a:pt x="4199" y="0"/>
                  </a:lnTo>
                  <a:lnTo>
                    <a:pt x="4201" y="0"/>
                  </a:lnTo>
                  <a:lnTo>
                    <a:pt x="4202" y="0"/>
                  </a:lnTo>
                  <a:lnTo>
                    <a:pt x="4203" y="0"/>
                  </a:lnTo>
                  <a:lnTo>
                    <a:pt x="4205" y="0"/>
                  </a:lnTo>
                  <a:lnTo>
                    <a:pt x="4206" y="0"/>
                  </a:lnTo>
                  <a:lnTo>
                    <a:pt x="4208" y="0"/>
                  </a:lnTo>
                  <a:lnTo>
                    <a:pt x="4209" y="0"/>
                  </a:lnTo>
                  <a:lnTo>
                    <a:pt x="4210" y="0"/>
                  </a:lnTo>
                  <a:lnTo>
                    <a:pt x="4212" y="0"/>
                  </a:lnTo>
                  <a:lnTo>
                    <a:pt x="4213" y="0"/>
                  </a:lnTo>
                  <a:lnTo>
                    <a:pt x="4215" y="0"/>
                  </a:lnTo>
                  <a:lnTo>
                    <a:pt x="4216" y="0"/>
                  </a:lnTo>
                  <a:lnTo>
                    <a:pt x="4217" y="0"/>
                  </a:lnTo>
                  <a:lnTo>
                    <a:pt x="4219" y="0"/>
                  </a:lnTo>
                  <a:lnTo>
                    <a:pt x="4220" y="0"/>
                  </a:lnTo>
                  <a:lnTo>
                    <a:pt x="4222" y="0"/>
                  </a:lnTo>
                  <a:lnTo>
                    <a:pt x="4223" y="0"/>
                  </a:lnTo>
                  <a:lnTo>
                    <a:pt x="4224" y="0"/>
                  </a:lnTo>
                  <a:lnTo>
                    <a:pt x="4226" y="0"/>
                  </a:lnTo>
                  <a:lnTo>
                    <a:pt x="4227" y="0"/>
                  </a:lnTo>
                  <a:lnTo>
                    <a:pt x="4228" y="0"/>
                  </a:lnTo>
                  <a:lnTo>
                    <a:pt x="4230" y="0"/>
                  </a:lnTo>
                  <a:lnTo>
                    <a:pt x="4231" y="0"/>
                  </a:lnTo>
                  <a:lnTo>
                    <a:pt x="4232" y="0"/>
                  </a:lnTo>
                  <a:lnTo>
                    <a:pt x="4234" y="0"/>
                  </a:lnTo>
                  <a:lnTo>
                    <a:pt x="4235" y="0"/>
                  </a:lnTo>
                  <a:lnTo>
                    <a:pt x="4237" y="0"/>
                  </a:lnTo>
                  <a:lnTo>
                    <a:pt x="4238" y="0"/>
                  </a:lnTo>
                  <a:lnTo>
                    <a:pt x="4239" y="0"/>
                  </a:lnTo>
                  <a:lnTo>
                    <a:pt x="4241" y="0"/>
                  </a:lnTo>
                  <a:lnTo>
                    <a:pt x="4242" y="0"/>
                  </a:lnTo>
                  <a:lnTo>
                    <a:pt x="4243" y="0"/>
                  </a:lnTo>
                  <a:lnTo>
                    <a:pt x="4245" y="0"/>
                  </a:lnTo>
                  <a:lnTo>
                    <a:pt x="4246" y="0"/>
                  </a:lnTo>
                  <a:lnTo>
                    <a:pt x="4247" y="0"/>
                  </a:lnTo>
                  <a:lnTo>
                    <a:pt x="4248" y="0"/>
                  </a:lnTo>
                  <a:lnTo>
                    <a:pt x="4250" y="0"/>
                  </a:lnTo>
                  <a:lnTo>
                    <a:pt x="4251" y="0"/>
                  </a:lnTo>
                  <a:lnTo>
                    <a:pt x="4252" y="0"/>
                  </a:lnTo>
                  <a:lnTo>
                    <a:pt x="4254" y="0"/>
                  </a:lnTo>
                  <a:lnTo>
                    <a:pt x="4255" y="0"/>
                  </a:lnTo>
                  <a:lnTo>
                    <a:pt x="4256" y="0"/>
                  </a:lnTo>
                  <a:lnTo>
                    <a:pt x="4258" y="0"/>
                  </a:lnTo>
                  <a:lnTo>
                    <a:pt x="4259" y="0"/>
                  </a:lnTo>
                  <a:lnTo>
                    <a:pt x="4260" y="0"/>
                  </a:lnTo>
                  <a:lnTo>
                    <a:pt x="4262" y="0"/>
                  </a:lnTo>
                  <a:lnTo>
                    <a:pt x="4263" y="0"/>
                  </a:lnTo>
                  <a:lnTo>
                    <a:pt x="4264" y="0"/>
                  </a:lnTo>
                  <a:lnTo>
                    <a:pt x="4265" y="0"/>
                  </a:lnTo>
                  <a:lnTo>
                    <a:pt x="4267" y="0"/>
                  </a:lnTo>
                  <a:lnTo>
                    <a:pt x="4268" y="0"/>
                  </a:lnTo>
                  <a:lnTo>
                    <a:pt x="4269" y="0"/>
                  </a:lnTo>
                  <a:lnTo>
                    <a:pt x="4271" y="0"/>
                  </a:lnTo>
                  <a:lnTo>
                    <a:pt x="4272" y="0"/>
                  </a:lnTo>
                  <a:lnTo>
                    <a:pt x="4273" y="0"/>
                  </a:lnTo>
                  <a:lnTo>
                    <a:pt x="4274" y="0"/>
                  </a:lnTo>
                  <a:lnTo>
                    <a:pt x="4276" y="0"/>
                  </a:lnTo>
                  <a:lnTo>
                    <a:pt x="4277" y="0"/>
                  </a:lnTo>
                  <a:lnTo>
                    <a:pt x="4278" y="0"/>
                  </a:lnTo>
                  <a:lnTo>
                    <a:pt x="4279" y="0"/>
                  </a:lnTo>
                  <a:lnTo>
                    <a:pt x="4281" y="0"/>
                  </a:lnTo>
                  <a:lnTo>
                    <a:pt x="4282" y="0"/>
                  </a:lnTo>
                  <a:lnTo>
                    <a:pt x="4283" y="0"/>
                  </a:lnTo>
                  <a:lnTo>
                    <a:pt x="4285" y="0"/>
                  </a:lnTo>
                  <a:lnTo>
                    <a:pt x="4286" y="0"/>
                  </a:lnTo>
                  <a:lnTo>
                    <a:pt x="4287" y="0"/>
                  </a:lnTo>
                  <a:lnTo>
                    <a:pt x="4288" y="0"/>
                  </a:lnTo>
                  <a:lnTo>
                    <a:pt x="4290" y="0"/>
                  </a:lnTo>
                  <a:lnTo>
                    <a:pt x="4291" y="0"/>
                  </a:lnTo>
                  <a:lnTo>
                    <a:pt x="4292" y="0"/>
                  </a:lnTo>
                  <a:lnTo>
                    <a:pt x="4293" y="0"/>
                  </a:lnTo>
                  <a:lnTo>
                    <a:pt x="4294" y="0"/>
                  </a:lnTo>
                  <a:lnTo>
                    <a:pt x="4296" y="0"/>
                  </a:lnTo>
                  <a:lnTo>
                    <a:pt x="4297" y="0"/>
                  </a:lnTo>
                  <a:lnTo>
                    <a:pt x="4298" y="0"/>
                  </a:lnTo>
                  <a:lnTo>
                    <a:pt x="4299" y="0"/>
                  </a:lnTo>
                  <a:lnTo>
                    <a:pt x="4301" y="0"/>
                  </a:lnTo>
                  <a:lnTo>
                    <a:pt x="4302" y="0"/>
                  </a:lnTo>
                  <a:lnTo>
                    <a:pt x="4303" y="0"/>
                  </a:lnTo>
                  <a:lnTo>
                    <a:pt x="4304" y="0"/>
                  </a:lnTo>
                  <a:lnTo>
                    <a:pt x="4305" y="0"/>
                  </a:lnTo>
                  <a:lnTo>
                    <a:pt x="4307" y="0"/>
                  </a:lnTo>
                  <a:lnTo>
                    <a:pt x="4308" y="0"/>
                  </a:lnTo>
                  <a:lnTo>
                    <a:pt x="4309" y="0"/>
                  </a:lnTo>
                  <a:lnTo>
                    <a:pt x="4310" y="0"/>
                  </a:lnTo>
                  <a:lnTo>
                    <a:pt x="4312" y="0"/>
                  </a:lnTo>
                  <a:lnTo>
                    <a:pt x="4313" y="0"/>
                  </a:lnTo>
                  <a:lnTo>
                    <a:pt x="4314" y="0"/>
                  </a:lnTo>
                  <a:lnTo>
                    <a:pt x="4315" y="0"/>
                  </a:lnTo>
                  <a:lnTo>
                    <a:pt x="4316" y="0"/>
                  </a:lnTo>
                  <a:lnTo>
                    <a:pt x="4318" y="0"/>
                  </a:lnTo>
                  <a:lnTo>
                    <a:pt x="4319" y="0"/>
                  </a:lnTo>
                  <a:lnTo>
                    <a:pt x="4320" y="0"/>
                  </a:lnTo>
                  <a:lnTo>
                    <a:pt x="4321" y="0"/>
                  </a:lnTo>
                  <a:lnTo>
                    <a:pt x="4322" y="0"/>
                  </a:lnTo>
                  <a:lnTo>
                    <a:pt x="4323" y="0"/>
                  </a:lnTo>
                  <a:lnTo>
                    <a:pt x="4325" y="0"/>
                  </a:lnTo>
                  <a:lnTo>
                    <a:pt x="4326" y="0"/>
                  </a:lnTo>
                  <a:lnTo>
                    <a:pt x="4327" y="0"/>
                  </a:lnTo>
                  <a:lnTo>
                    <a:pt x="4328" y="0"/>
                  </a:lnTo>
                  <a:lnTo>
                    <a:pt x="4329" y="0"/>
                  </a:lnTo>
                  <a:lnTo>
                    <a:pt x="4331" y="0"/>
                  </a:lnTo>
                  <a:lnTo>
                    <a:pt x="4332" y="0"/>
                  </a:lnTo>
                  <a:lnTo>
                    <a:pt x="4333" y="0"/>
                  </a:lnTo>
                  <a:lnTo>
                    <a:pt x="4334" y="0"/>
                  </a:lnTo>
                  <a:lnTo>
                    <a:pt x="4335" y="0"/>
                  </a:lnTo>
                  <a:lnTo>
                    <a:pt x="4336" y="0"/>
                  </a:lnTo>
                  <a:lnTo>
                    <a:pt x="4338" y="0"/>
                  </a:lnTo>
                  <a:lnTo>
                    <a:pt x="4339" y="0"/>
                  </a:lnTo>
                  <a:lnTo>
                    <a:pt x="4340" y="0"/>
                  </a:lnTo>
                  <a:lnTo>
                    <a:pt x="4341" y="0"/>
                  </a:lnTo>
                  <a:lnTo>
                    <a:pt x="4342" y="0"/>
                  </a:lnTo>
                  <a:lnTo>
                    <a:pt x="4343" y="0"/>
                  </a:lnTo>
                  <a:lnTo>
                    <a:pt x="4344" y="0"/>
                  </a:lnTo>
                  <a:lnTo>
                    <a:pt x="4346" y="0"/>
                  </a:lnTo>
                  <a:lnTo>
                    <a:pt x="4347" y="0"/>
                  </a:lnTo>
                  <a:lnTo>
                    <a:pt x="4348" y="0"/>
                  </a:lnTo>
                  <a:lnTo>
                    <a:pt x="4349" y="0"/>
                  </a:lnTo>
                  <a:lnTo>
                    <a:pt x="4350" y="0"/>
                  </a:lnTo>
                  <a:lnTo>
                    <a:pt x="4351" y="0"/>
                  </a:lnTo>
                  <a:lnTo>
                    <a:pt x="4352" y="0"/>
                  </a:lnTo>
                  <a:lnTo>
                    <a:pt x="4354" y="0"/>
                  </a:lnTo>
                  <a:lnTo>
                    <a:pt x="4355" y="0"/>
                  </a:lnTo>
                  <a:lnTo>
                    <a:pt x="4356" y="0"/>
                  </a:lnTo>
                  <a:lnTo>
                    <a:pt x="4357" y="0"/>
                  </a:lnTo>
                  <a:lnTo>
                    <a:pt x="4358" y="0"/>
                  </a:lnTo>
                  <a:lnTo>
                    <a:pt x="4359" y="0"/>
                  </a:lnTo>
                  <a:lnTo>
                    <a:pt x="4360" y="0"/>
                  </a:lnTo>
                  <a:lnTo>
                    <a:pt x="4361" y="0"/>
                  </a:lnTo>
                  <a:lnTo>
                    <a:pt x="4363" y="0"/>
                  </a:lnTo>
                  <a:lnTo>
                    <a:pt x="4364" y="0"/>
                  </a:lnTo>
                  <a:lnTo>
                    <a:pt x="4365" y="0"/>
                  </a:lnTo>
                  <a:lnTo>
                    <a:pt x="4366" y="0"/>
                  </a:lnTo>
                  <a:lnTo>
                    <a:pt x="4367" y="0"/>
                  </a:lnTo>
                  <a:lnTo>
                    <a:pt x="4368" y="0"/>
                  </a:lnTo>
                  <a:lnTo>
                    <a:pt x="4369" y="0"/>
                  </a:lnTo>
                  <a:lnTo>
                    <a:pt x="4370" y="0"/>
                  </a:lnTo>
                  <a:lnTo>
                    <a:pt x="4371" y="0"/>
                  </a:lnTo>
                  <a:lnTo>
                    <a:pt x="4373" y="0"/>
                  </a:lnTo>
                  <a:lnTo>
                    <a:pt x="4374" y="0"/>
                  </a:lnTo>
                  <a:lnTo>
                    <a:pt x="4375" y="0"/>
                  </a:lnTo>
                  <a:lnTo>
                    <a:pt x="4376" y="0"/>
                  </a:lnTo>
                  <a:lnTo>
                    <a:pt x="4377" y="0"/>
                  </a:lnTo>
                  <a:lnTo>
                    <a:pt x="4378" y="0"/>
                  </a:lnTo>
                  <a:lnTo>
                    <a:pt x="4379" y="0"/>
                  </a:lnTo>
                  <a:lnTo>
                    <a:pt x="4380" y="0"/>
                  </a:lnTo>
                  <a:lnTo>
                    <a:pt x="4381" y="0"/>
                  </a:lnTo>
                  <a:lnTo>
                    <a:pt x="4382" y="0"/>
                  </a:lnTo>
                  <a:lnTo>
                    <a:pt x="4383" y="0"/>
                  </a:lnTo>
                  <a:lnTo>
                    <a:pt x="4385" y="0"/>
                  </a:lnTo>
                  <a:lnTo>
                    <a:pt x="4386" y="0"/>
                  </a:lnTo>
                  <a:lnTo>
                    <a:pt x="4387" y="0"/>
                  </a:lnTo>
                  <a:lnTo>
                    <a:pt x="4388" y="0"/>
                  </a:lnTo>
                  <a:lnTo>
                    <a:pt x="4389" y="0"/>
                  </a:lnTo>
                  <a:lnTo>
                    <a:pt x="4390" y="0"/>
                  </a:lnTo>
                  <a:lnTo>
                    <a:pt x="4391" y="0"/>
                  </a:lnTo>
                  <a:lnTo>
                    <a:pt x="4392" y="0"/>
                  </a:lnTo>
                  <a:lnTo>
                    <a:pt x="4393" y="0"/>
                  </a:lnTo>
                  <a:lnTo>
                    <a:pt x="4394" y="0"/>
                  </a:lnTo>
                  <a:lnTo>
                    <a:pt x="4395" y="0"/>
                  </a:lnTo>
                  <a:lnTo>
                    <a:pt x="4396" y="0"/>
                  </a:lnTo>
                  <a:lnTo>
                    <a:pt x="4397" y="0"/>
                  </a:lnTo>
                  <a:lnTo>
                    <a:pt x="4398" y="0"/>
                  </a:lnTo>
                  <a:lnTo>
                    <a:pt x="4400" y="0"/>
                  </a:lnTo>
                  <a:lnTo>
                    <a:pt x="4401" y="0"/>
                  </a:lnTo>
                  <a:lnTo>
                    <a:pt x="4402" y="0"/>
                  </a:lnTo>
                  <a:lnTo>
                    <a:pt x="4403" y="0"/>
                  </a:lnTo>
                  <a:lnTo>
                    <a:pt x="4404" y="0"/>
                  </a:lnTo>
                  <a:lnTo>
                    <a:pt x="4405" y="0"/>
                  </a:lnTo>
                  <a:lnTo>
                    <a:pt x="4406" y="0"/>
                  </a:lnTo>
                  <a:lnTo>
                    <a:pt x="4407" y="0"/>
                  </a:lnTo>
                  <a:lnTo>
                    <a:pt x="4408" y="0"/>
                  </a:lnTo>
                  <a:lnTo>
                    <a:pt x="4409" y="0"/>
                  </a:lnTo>
                  <a:lnTo>
                    <a:pt x="4410" y="0"/>
                  </a:lnTo>
                  <a:lnTo>
                    <a:pt x="4411" y="0"/>
                  </a:lnTo>
                  <a:lnTo>
                    <a:pt x="4412" y="0"/>
                  </a:lnTo>
                  <a:lnTo>
                    <a:pt x="4413" y="0"/>
                  </a:lnTo>
                  <a:lnTo>
                    <a:pt x="4414" y="0"/>
                  </a:lnTo>
                  <a:lnTo>
                    <a:pt x="4415" y="0"/>
                  </a:lnTo>
                  <a:lnTo>
                    <a:pt x="4416" y="0"/>
                  </a:lnTo>
                  <a:lnTo>
                    <a:pt x="4417" y="0"/>
                  </a:lnTo>
                  <a:lnTo>
                    <a:pt x="4418" y="0"/>
                  </a:lnTo>
                  <a:lnTo>
                    <a:pt x="4419" y="0"/>
                  </a:lnTo>
                  <a:lnTo>
                    <a:pt x="4420" y="0"/>
                  </a:lnTo>
                  <a:lnTo>
                    <a:pt x="4421" y="0"/>
                  </a:lnTo>
                  <a:lnTo>
                    <a:pt x="4422" y="0"/>
                  </a:lnTo>
                  <a:lnTo>
                    <a:pt x="4423" y="0"/>
                  </a:lnTo>
                  <a:lnTo>
                    <a:pt x="4424" y="0"/>
                  </a:lnTo>
                  <a:lnTo>
                    <a:pt x="4425" y="0"/>
                  </a:lnTo>
                  <a:lnTo>
                    <a:pt x="4427" y="0"/>
                  </a:lnTo>
                  <a:lnTo>
                    <a:pt x="4428" y="0"/>
                  </a:lnTo>
                  <a:lnTo>
                    <a:pt x="4429" y="0"/>
                  </a:lnTo>
                  <a:lnTo>
                    <a:pt x="4430" y="0"/>
                  </a:lnTo>
                  <a:lnTo>
                    <a:pt x="4431" y="0"/>
                  </a:lnTo>
                  <a:lnTo>
                    <a:pt x="4432" y="0"/>
                  </a:lnTo>
                  <a:lnTo>
                    <a:pt x="4433" y="0"/>
                  </a:lnTo>
                  <a:lnTo>
                    <a:pt x="4434" y="0"/>
                  </a:lnTo>
                  <a:lnTo>
                    <a:pt x="4435" y="0"/>
                  </a:lnTo>
                  <a:lnTo>
                    <a:pt x="4436" y="0"/>
                  </a:lnTo>
                  <a:lnTo>
                    <a:pt x="4437" y="0"/>
                  </a:lnTo>
                  <a:lnTo>
                    <a:pt x="4438" y="0"/>
                  </a:lnTo>
                  <a:lnTo>
                    <a:pt x="4439" y="0"/>
                  </a:lnTo>
                  <a:lnTo>
                    <a:pt x="4440" y="0"/>
                  </a:lnTo>
                  <a:lnTo>
                    <a:pt x="4441" y="0"/>
                  </a:lnTo>
                  <a:lnTo>
                    <a:pt x="4442" y="0"/>
                  </a:lnTo>
                  <a:lnTo>
                    <a:pt x="4443" y="0"/>
                  </a:lnTo>
                  <a:lnTo>
                    <a:pt x="4444" y="0"/>
                  </a:lnTo>
                  <a:lnTo>
                    <a:pt x="4445" y="0"/>
                  </a:lnTo>
                  <a:lnTo>
                    <a:pt x="4446" y="0"/>
                  </a:lnTo>
                  <a:lnTo>
                    <a:pt x="4447" y="0"/>
                  </a:lnTo>
                  <a:lnTo>
                    <a:pt x="4448" y="0"/>
                  </a:lnTo>
                  <a:lnTo>
                    <a:pt x="4449" y="0"/>
                  </a:lnTo>
                  <a:lnTo>
                    <a:pt x="4449" y="0"/>
                  </a:lnTo>
                  <a:lnTo>
                    <a:pt x="4450" y="0"/>
                  </a:lnTo>
                  <a:lnTo>
                    <a:pt x="4451" y="0"/>
                  </a:lnTo>
                  <a:lnTo>
                    <a:pt x="4452" y="0"/>
                  </a:lnTo>
                  <a:lnTo>
                    <a:pt x="4453" y="0"/>
                  </a:lnTo>
                  <a:lnTo>
                    <a:pt x="4454" y="0"/>
                  </a:lnTo>
                  <a:lnTo>
                    <a:pt x="4455" y="0"/>
                  </a:lnTo>
                  <a:lnTo>
                    <a:pt x="4456" y="0"/>
                  </a:lnTo>
                  <a:lnTo>
                    <a:pt x="4457" y="0"/>
                  </a:lnTo>
                  <a:lnTo>
                    <a:pt x="4458" y="0"/>
                  </a:lnTo>
                  <a:lnTo>
                    <a:pt x="4459" y="0"/>
                  </a:lnTo>
                  <a:lnTo>
                    <a:pt x="4460" y="0"/>
                  </a:lnTo>
                  <a:lnTo>
                    <a:pt x="4461" y="0"/>
                  </a:lnTo>
                  <a:lnTo>
                    <a:pt x="4462" y="0"/>
                  </a:lnTo>
                  <a:lnTo>
                    <a:pt x="4463" y="0"/>
                  </a:lnTo>
                  <a:lnTo>
                    <a:pt x="4464" y="0"/>
                  </a:lnTo>
                  <a:lnTo>
                    <a:pt x="4465" y="0"/>
                  </a:lnTo>
                  <a:lnTo>
                    <a:pt x="4466" y="0"/>
                  </a:lnTo>
                  <a:lnTo>
                    <a:pt x="4467" y="0"/>
                  </a:lnTo>
                  <a:lnTo>
                    <a:pt x="4468" y="0"/>
                  </a:lnTo>
                  <a:lnTo>
                    <a:pt x="4469" y="0"/>
                  </a:lnTo>
                  <a:lnTo>
                    <a:pt x="4470" y="0"/>
                  </a:lnTo>
                  <a:lnTo>
                    <a:pt x="4471" y="0"/>
                  </a:lnTo>
                  <a:lnTo>
                    <a:pt x="4472" y="0"/>
                  </a:lnTo>
                  <a:lnTo>
                    <a:pt x="4473" y="0"/>
                  </a:lnTo>
                  <a:lnTo>
                    <a:pt x="4474" y="0"/>
                  </a:lnTo>
                  <a:lnTo>
                    <a:pt x="4475" y="0"/>
                  </a:lnTo>
                  <a:lnTo>
                    <a:pt x="4476" y="0"/>
                  </a:lnTo>
                  <a:lnTo>
                    <a:pt x="4476" y="0"/>
                  </a:lnTo>
                  <a:lnTo>
                    <a:pt x="4477" y="0"/>
                  </a:lnTo>
                  <a:lnTo>
                    <a:pt x="4478" y="0"/>
                  </a:lnTo>
                  <a:lnTo>
                    <a:pt x="4479" y="0"/>
                  </a:lnTo>
                  <a:lnTo>
                    <a:pt x="4480" y="0"/>
                  </a:lnTo>
                  <a:lnTo>
                    <a:pt x="4481" y="0"/>
                  </a:lnTo>
                  <a:lnTo>
                    <a:pt x="4482" y="0"/>
                  </a:lnTo>
                  <a:lnTo>
                    <a:pt x="4483" y="0"/>
                  </a:lnTo>
                  <a:lnTo>
                    <a:pt x="4484" y="0"/>
                  </a:lnTo>
                  <a:lnTo>
                    <a:pt x="4485" y="0"/>
                  </a:lnTo>
                  <a:lnTo>
                    <a:pt x="4486" y="0"/>
                  </a:lnTo>
                  <a:lnTo>
                    <a:pt x="4487" y="0"/>
                  </a:lnTo>
                  <a:lnTo>
                    <a:pt x="4488" y="0"/>
                  </a:lnTo>
                  <a:lnTo>
                    <a:pt x="4489" y="0"/>
                  </a:lnTo>
                  <a:lnTo>
                    <a:pt x="4490" y="0"/>
                  </a:lnTo>
                  <a:lnTo>
                    <a:pt x="4491" y="0"/>
                  </a:lnTo>
                  <a:lnTo>
                    <a:pt x="4491" y="0"/>
                  </a:lnTo>
                  <a:lnTo>
                    <a:pt x="4492" y="0"/>
                  </a:lnTo>
                  <a:lnTo>
                    <a:pt x="4493" y="0"/>
                  </a:lnTo>
                  <a:lnTo>
                    <a:pt x="4494" y="0"/>
                  </a:lnTo>
                  <a:lnTo>
                    <a:pt x="4495" y="0"/>
                  </a:lnTo>
                  <a:lnTo>
                    <a:pt x="4496" y="0"/>
                  </a:lnTo>
                  <a:lnTo>
                    <a:pt x="4497" y="0"/>
                  </a:lnTo>
                  <a:lnTo>
                    <a:pt x="4498" y="0"/>
                  </a:lnTo>
                  <a:lnTo>
                    <a:pt x="4499" y="0"/>
                  </a:lnTo>
                  <a:lnTo>
                    <a:pt x="4500" y="0"/>
                  </a:lnTo>
                  <a:lnTo>
                    <a:pt x="4501" y="0"/>
                  </a:lnTo>
                  <a:lnTo>
                    <a:pt x="4502" y="0"/>
                  </a:lnTo>
                  <a:lnTo>
                    <a:pt x="4502" y="0"/>
                  </a:lnTo>
                  <a:lnTo>
                    <a:pt x="4503" y="0"/>
                  </a:lnTo>
                  <a:lnTo>
                    <a:pt x="4504" y="0"/>
                  </a:lnTo>
                  <a:lnTo>
                    <a:pt x="4505" y="0"/>
                  </a:lnTo>
                  <a:lnTo>
                    <a:pt x="4506" y="0"/>
                  </a:lnTo>
                  <a:lnTo>
                    <a:pt x="4507" y="0"/>
                  </a:lnTo>
                  <a:lnTo>
                    <a:pt x="4508" y="0"/>
                  </a:lnTo>
                  <a:lnTo>
                    <a:pt x="4509" y="0"/>
                  </a:lnTo>
                  <a:lnTo>
                    <a:pt x="4510" y="0"/>
                  </a:lnTo>
                  <a:lnTo>
                    <a:pt x="4511" y="0"/>
                  </a:lnTo>
                  <a:lnTo>
                    <a:pt x="4511" y="0"/>
                  </a:lnTo>
                  <a:lnTo>
                    <a:pt x="4512" y="0"/>
                  </a:lnTo>
                  <a:lnTo>
                    <a:pt x="4513" y="0"/>
                  </a:lnTo>
                  <a:lnTo>
                    <a:pt x="4514" y="0"/>
                  </a:lnTo>
                  <a:lnTo>
                    <a:pt x="4515" y="0"/>
                  </a:lnTo>
                  <a:lnTo>
                    <a:pt x="4516" y="0"/>
                  </a:lnTo>
                  <a:lnTo>
                    <a:pt x="4517" y="0"/>
                  </a:lnTo>
                  <a:lnTo>
                    <a:pt x="4518" y="0"/>
                  </a:lnTo>
                  <a:lnTo>
                    <a:pt x="4519" y="0"/>
                  </a:lnTo>
                  <a:lnTo>
                    <a:pt x="4520" y="0"/>
                  </a:lnTo>
                  <a:lnTo>
                    <a:pt x="4520" y="0"/>
                  </a:lnTo>
                  <a:lnTo>
                    <a:pt x="4521" y="0"/>
                  </a:lnTo>
                  <a:lnTo>
                    <a:pt x="4522" y="0"/>
                  </a:lnTo>
                  <a:lnTo>
                    <a:pt x="4523" y="0"/>
                  </a:lnTo>
                  <a:lnTo>
                    <a:pt x="4524" y="0"/>
                  </a:lnTo>
                  <a:lnTo>
                    <a:pt x="4525" y="0"/>
                  </a:lnTo>
                  <a:lnTo>
                    <a:pt x="4526" y="0"/>
                  </a:lnTo>
                  <a:lnTo>
                    <a:pt x="4527" y="0"/>
                  </a:lnTo>
                  <a:lnTo>
                    <a:pt x="4527" y="0"/>
                  </a:lnTo>
                  <a:lnTo>
                    <a:pt x="4528" y="0"/>
                  </a:lnTo>
                  <a:lnTo>
                    <a:pt x="4529" y="0"/>
                  </a:lnTo>
                  <a:lnTo>
                    <a:pt x="4530" y="0"/>
                  </a:lnTo>
                  <a:lnTo>
                    <a:pt x="4531" y="0"/>
                  </a:lnTo>
                  <a:lnTo>
                    <a:pt x="4532" y="0"/>
                  </a:lnTo>
                  <a:lnTo>
                    <a:pt x="4533" y="0"/>
                  </a:lnTo>
                  <a:lnTo>
                    <a:pt x="4534" y="0"/>
                  </a:lnTo>
                  <a:lnTo>
                    <a:pt x="4534" y="0"/>
                  </a:lnTo>
                  <a:lnTo>
                    <a:pt x="4535" y="0"/>
                  </a:lnTo>
                  <a:lnTo>
                    <a:pt x="4536" y="0"/>
                  </a:lnTo>
                  <a:lnTo>
                    <a:pt x="4537" y="0"/>
                  </a:lnTo>
                  <a:lnTo>
                    <a:pt x="4538" y="0"/>
                  </a:lnTo>
                  <a:lnTo>
                    <a:pt x="4539" y="0"/>
                  </a:lnTo>
                  <a:lnTo>
                    <a:pt x="4540" y="0"/>
                  </a:lnTo>
                  <a:lnTo>
                    <a:pt x="4540" y="0"/>
                  </a:lnTo>
                  <a:lnTo>
                    <a:pt x="4541" y="0"/>
                  </a:lnTo>
                  <a:lnTo>
                    <a:pt x="4542" y="0"/>
                  </a:lnTo>
                  <a:lnTo>
                    <a:pt x="4543" y="0"/>
                  </a:lnTo>
                  <a:lnTo>
                    <a:pt x="4544" y="0"/>
                  </a:lnTo>
                  <a:lnTo>
                    <a:pt x="4545" y="0"/>
                  </a:lnTo>
                  <a:lnTo>
                    <a:pt x="4546" y="0"/>
                  </a:lnTo>
                  <a:lnTo>
                    <a:pt x="4546" y="0"/>
                  </a:lnTo>
                  <a:lnTo>
                    <a:pt x="4547" y="0"/>
                  </a:lnTo>
                  <a:lnTo>
                    <a:pt x="4548" y="0"/>
                  </a:lnTo>
                  <a:lnTo>
                    <a:pt x="4549" y="0"/>
                  </a:lnTo>
                  <a:lnTo>
                    <a:pt x="4550" y="0"/>
                  </a:lnTo>
                  <a:lnTo>
                    <a:pt x="4551" y="0"/>
                  </a:lnTo>
                  <a:lnTo>
                    <a:pt x="4552" y="0"/>
                  </a:lnTo>
                  <a:lnTo>
                    <a:pt x="4552" y="0"/>
                  </a:lnTo>
                  <a:lnTo>
                    <a:pt x="4553" y="0"/>
                  </a:lnTo>
                  <a:lnTo>
                    <a:pt x="4554" y="0"/>
                  </a:lnTo>
                  <a:lnTo>
                    <a:pt x="4555" y="0"/>
                  </a:lnTo>
                  <a:lnTo>
                    <a:pt x="4556" y="0"/>
                  </a:lnTo>
                  <a:lnTo>
                    <a:pt x="4557" y="0"/>
                  </a:lnTo>
                  <a:lnTo>
                    <a:pt x="4557" y="0"/>
                  </a:lnTo>
                  <a:lnTo>
                    <a:pt x="4558" y="0"/>
                  </a:lnTo>
                  <a:lnTo>
                    <a:pt x="4559" y="0"/>
                  </a:lnTo>
                  <a:lnTo>
                    <a:pt x="4560" y="0"/>
                  </a:lnTo>
                  <a:lnTo>
                    <a:pt x="4561" y="0"/>
                  </a:lnTo>
                  <a:lnTo>
                    <a:pt x="4562" y="0"/>
                  </a:lnTo>
                  <a:lnTo>
                    <a:pt x="4562" y="0"/>
                  </a:lnTo>
                  <a:lnTo>
                    <a:pt x="4563" y="0"/>
                  </a:lnTo>
                  <a:lnTo>
                    <a:pt x="4564" y="0"/>
                  </a:lnTo>
                  <a:lnTo>
                    <a:pt x="4565" y="0"/>
                  </a:lnTo>
                  <a:lnTo>
                    <a:pt x="4566" y="0"/>
                  </a:lnTo>
                  <a:lnTo>
                    <a:pt x="4567" y="0"/>
                  </a:lnTo>
                  <a:lnTo>
                    <a:pt x="4567" y="0"/>
                  </a:lnTo>
                  <a:lnTo>
                    <a:pt x="4568" y="0"/>
                  </a:lnTo>
                  <a:lnTo>
                    <a:pt x="4569" y="0"/>
                  </a:lnTo>
                  <a:lnTo>
                    <a:pt x="4570" y="0"/>
                  </a:lnTo>
                  <a:lnTo>
                    <a:pt x="4571" y="0"/>
                  </a:lnTo>
                  <a:lnTo>
                    <a:pt x="4572" y="0"/>
                  </a:lnTo>
                  <a:lnTo>
                    <a:pt x="4572" y="0"/>
                  </a:lnTo>
                  <a:lnTo>
                    <a:pt x="4573" y="0"/>
                  </a:lnTo>
                  <a:lnTo>
                    <a:pt x="4574" y="0"/>
                  </a:lnTo>
                  <a:lnTo>
                    <a:pt x="4575" y="0"/>
                  </a:lnTo>
                  <a:lnTo>
                    <a:pt x="4576" y="0"/>
                  </a:lnTo>
                  <a:lnTo>
                    <a:pt x="4576" y="0"/>
                  </a:lnTo>
                  <a:lnTo>
                    <a:pt x="4577" y="0"/>
                  </a:lnTo>
                  <a:lnTo>
                    <a:pt x="4578" y="0"/>
                  </a:lnTo>
                  <a:lnTo>
                    <a:pt x="4579" y="0"/>
                  </a:lnTo>
                  <a:lnTo>
                    <a:pt x="4580" y="0"/>
                  </a:lnTo>
                  <a:lnTo>
                    <a:pt x="4581" y="0"/>
                  </a:lnTo>
                  <a:lnTo>
                    <a:pt x="4581" y="0"/>
                  </a:lnTo>
                  <a:lnTo>
                    <a:pt x="4582" y="0"/>
                  </a:lnTo>
                  <a:lnTo>
                    <a:pt x="4583" y="0"/>
                  </a:lnTo>
                  <a:lnTo>
                    <a:pt x="4584" y="0"/>
                  </a:lnTo>
                  <a:lnTo>
                    <a:pt x="4585" y="0"/>
                  </a:lnTo>
                  <a:lnTo>
                    <a:pt x="4585" y="0"/>
                  </a:lnTo>
                  <a:lnTo>
                    <a:pt x="4586" y="0"/>
                  </a:lnTo>
                  <a:lnTo>
                    <a:pt x="4587" y="0"/>
                  </a:lnTo>
                  <a:lnTo>
                    <a:pt x="4588" y="0"/>
                  </a:lnTo>
                  <a:lnTo>
                    <a:pt x="4589" y="0"/>
                  </a:lnTo>
                  <a:lnTo>
                    <a:pt x="4589" y="0"/>
                  </a:lnTo>
                  <a:lnTo>
                    <a:pt x="4590" y="0"/>
                  </a:lnTo>
                  <a:lnTo>
                    <a:pt x="4591" y="0"/>
                  </a:lnTo>
                  <a:lnTo>
                    <a:pt x="4592" y="0"/>
                  </a:lnTo>
                  <a:lnTo>
                    <a:pt x="4593" y="0"/>
                  </a:lnTo>
                  <a:lnTo>
                    <a:pt x="4593" y="0"/>
                  </a:lnTo>
                  <a:lnTo>
                    <a:pt x="4594" y="0"/>
                  </a:lnTo>
                  <a:lnTo>
                    <a:pt x="4595" y="0"/>
                  </a:lnTo>
                  <a:lnTo>
                    <a:pt x="4596" y="0"/>
                  </a:lnTo>
                  <a:lnTo>
                    <a:pt x="4597" y="0"/>
                  </a:lnTo>
                  <a:lnTo>
                    <a:pt x="4597" y="0"/>
                  </a:lnTo>
                  <a:lnTo>
                    <a:pt x="4598" y="0"/>
                  </a:lnTo>
                  <a:lnTo>
                    <a:pt x="4599" y="0"/>
                  </a:lnTo>
                  <a:lnTo>
                    <a:pt x="4600" y="0"/>
                  </a:lnTo>
                  <a:lnTo>
                    <a:pt x="4601" y="0"/>
                  </a:lnTo>
                  <a:lnTo>
                    <a:pt x="4601" y="0"/>
                  </a:lnTo>
                  <a:lnTo>
                    <a:pt x="4602" y="0"/>
                  </a:lnTo>
                  <a:lnTo>
                    <a:pt x="4603" y="0"/>
                  </a:lnTo>
                  <a:lnTo>
                    <a:pt x="4604" y="0"/>
                  </a:lnTo>
                  <a:lnTo>
                    <a:pt x="4604" y="0"/>
                  </a:lnTo>
                  <a:lnTo>
                    <a:pt x="4605" y="0"/>
                  </a:lnTo>
                  <a:lnTo>
                    <a:pt x="4606" y="0"/>
                  </a:lnTo>
                  <a:lnTo>
                    <a:pt x="4607" y="0"/>
                  </a:lnTo>
                  <a:lnTo>
                    <a:pt x="4608" y="0"/>
                  </a:lnTo>
                  <a:lnTo>
                    <a:pt x="4608" y="0"/>
                  </a:lnTo>
                  <a:lnTo>
                    <a:pt x="4609" y="0"/>
                  </a:lnTo>
                  <a:lnTo>
                    <a:pt x="4610" y="0"/>
                  </a:lnTo>
                  <a:lnTo>
                    <a:pt x="4611" y="0"/>
                  </a:lnTo>
                  <a:lnTo>
                    <a:pt x="4611" y="0"/>
                  </a:lnTo>
                  <a:lnTo>
                    <a:pt x="4612" y="0"/>
                  </a:lnTo>
                  <a:lnTo>
                    <a:pt x="4613" y="0"/>
                  </a:lnTo>
                  <a:lnTo>
                    <a:pt x="4614" y="0"/>
                  </a:lnTo>
                  <a:lnTo>
                    <a:pt x="4615" y="0"/>
                  </a:lnTo>
                  <a:lnTo>
                    <a:pt x="4615" y="0"/>
                  </a:lnTo>
                  <a:lnTo>
                    <a:pt x="4616" y="0"/>
                  </a:lnTo>
                  <a:lnTo>
                    <a:pt x="4617" y="0"/>
                  </a:lnTo>
                  <a:lnTo>
                    <a:pt x="4618" y="0"/>
                  </a:lnTo>
                  <a:lnTo>
                    <a:pt x="4618" y="0"/>
                  </a:lnTo>
                  <a:lnTo>
                    <a:pt x="4619" y="0"/>
                  </a:lnTo>
                  <a:lnTo>
                    <a:pt x="4620" y="0"/>
                  </a:lnTo>
                  <a:lnTo>
                    <a:pt x="4621" y="0"/>
                  </a:lnTo>
                  <a:lnTo>
                    <a:pt x="4621" y="0"/>
                  </a:lnTo>
                  <a:lnTo>
                    <a:pt x="4622" y="0"/>
                  </a:lnTo>
                  <a:lnTo>
                    <a:pt x="4623" y="0"/>
                  </a:lnTo>
                  <a:lnTo>
                    <a:pt x="4624" y="0"/>
                  </a:lnTo>
                  <a:lnTo>
                    <a:pt x="4625" y="0"/>
                  </a:lnTo>
                  <a:lnTo>
                    <a:pt x="4625" y="0"/>
                  </a:lnTo>
                  <a:lnTo>
                    <a:pt x="4626" y="0"/>
                  </a:lnTo>
                  <a:lnTo>
                    <a:pt x="4627" y="0"/>
                  </a:lnTo>
                  <a:lnTo>
                    <a:pt x="4628" y="0"/>
                  </a:lnTo>
                  <a:lnTo>
                    <a:pt x="4628" y="0"/>
                  </a:lnTo>
                  <a:lnTo>
                    <a:pt x="4629" y="0"/>
                  </a:lnTo>
                  <a:lnTo>
                    <a:pt x="4630" y="0"/>
                  </a:lnTo>
                  <a:lnTo>
                    <a:pt x="4631" y="0"/>
                  </a:lnTo>
                  <a:lnTo>
                    <a:pt x="4631" y="0"/>
                  </a:lnTo>
                  <a:lnTo>
                    <a:pt x="4632" y="0"/>
                  </a:lnTo>
                  <a:lnTo>
                    <a:pt x="4633" y="0"/>
                  </a:lnTo>
                  <a:lnTo>
                    <a:pt x="4634" y="0"/>
                  </a:lnTo>
                  <a:lnTo>
                    <a:pt x="4634" y="0"/>
                  </a:lnTo>
                  <a:lnTo>
                    <a:pt x="4635" y="0"/>
                  </a:lnTo>
                  <a:lnTo>
                    <a:pt x="4636" y="0"/>
                  </a:lnTo>
                  <a:lnTo>
                    <a:pt x="4637" y="0"/>
                  </a:lnTo>
                  <a:lnTo>
                    <a:pt x="4637" y="0"/>
                  </a:lnTo>
                  <a:lnTo>
                    <a:pt x="4638" y="0"/>
                  </a:lnTo>
                  <a:lnTo>
                    <a:pt x="4639" y="0"/>
                  </a:lnTo>
                  <a:lnTo>
                    <a:pt x="4640" y="0"/>
                  </a:lnTo>
                  <a:lnTo>
                    <a:pt x="4640" y="0"/>
                  </a:lnTo>
                  <a:lnTo>
                    <a:pt x="4641" y="0"/>
                  </a:lnTo>
                  <a:lnTo>
                    <a:pt x="4642" y="0"/>
                  </a:lnTo>
                  <a:lnTo>
                    <a:pt x="4643" y="0"/>
                  </a:lnTo>
                  <a:lnTo>
                    <a:pt x="4643" y="0"/>
                  </a:lnTo>
                  <a:lnTo>
                    <a:pt x="4644" y="0"/>
                  </a:lnTo>
                  <a:lnTo>
                    <a:pt x="4645" y="0"/>
                  </a:lnTo>
                  <a:lnTo>
                    <a:pt x="4645" y="0"/>
                  </a:lnTo>
                  <a:lnTo>
                    <a:pt x="4646" y="0"/>
                  </a:lnTo>
                  <a:lnTo>
                    <a:pt x="4647" y="0"/>
                  </a:lnTo>
                  <a:lnTo>
                    <a:pt x="4648" y="0"/>
                  </a:lnTo>
                  <a:lnTo>
                    <a:pt x="4648" y="0"/>
                  </a:lnTo>
                  <a:lnTo>
                    <a:pt x="4649" y="0"/>
                  </a:lnTo>
                  <a:lnTo>
                    <a:pt x="4650" y="0"/>
                  </a:lnTo>
                  <a:lnTo>
                    <a:pt x="4651" y="0"/>
                  </a:lnTo>
                  <a:lnTo>
                    <a:pt x="4651" y="0"/>
                  </a:lnTo>
                  <a:lnTo>
                    <a:pt x="4652" y="0"/>
                  </a:lnTo>
                  <a:lnTo>
                    <a:pt x="4653" y="0"/>
                  </a:lnTo>
                  <a:lnTo>
                    <a:pt x="4654" y="0"/>
                  </a:lnTo>
                  <a:lnTo>
                    <a:pt x="4654" y="0"/>
                  </a:lnTo>
                  <a:lnTo>
                    <a:pt x="4655" y="0"/>
                  </a:lnTo>
                  <a:lnTo>
                    <a:pt x="4656" y="0"/>
                  </a:lnTo>
                  <a:lnTo>
                    <a:pt x="4656" y="0"/>
                  </a:lnTo>
                  <a:lnTo>
                    <a:pt x="4657" y="0"/>
                  </a:lnTo>
                  <a:lnTo>
                    <a:pt x="4658" y="0"/>
                  </a:lnTo>
                  <a:lnTo>
                    <a:pt x="4659" y="0"/>
                  </a:lnTo>
                  <a:lnTo>
                    <a:pt x="4659" y="0"/>
                  </a:lnTo>
                  <a:lnTo>
                    <a:pt x="4660" y="0"/>
                  </a:lnTo>
                  <a:lnTo>
                    <a:pt x="4661" y="0"/>
                  </a:lnTo>
                  <a:lnTo>
                    <a:pt x="4662" y="0"/>
                  </a:lnTo>
                  <a:lnTo>
                    <a:pt x="4662" y="0"/>
                  </a:lnTo>
                  <a:lnTo>
                    <a:pt x="4663" y="0"/>
                  </a:lnTo>
                  <a:lnTo>
                    <a:pt x="4664" y="0"/>
                  </a:lnTo>
                  <a:lnTo>
                    <a:pt x="4664" y="0"/>
                  </a:lnTo>
                  <a:lnTo>
                    <a:pt x="4665" y="0"/>
                  </a:lnTo>
                  <a:lnTo>
                    <a:pt x="4666" y="0"/>
                  </a:lnTo>
                  <a:lnTo>
                    <a:pt x="4667" y="0"/>
                  </a:lnTo>
                  <a:lnTo>
                    <a:pt x="4667" y="0"/>
                  </a:lnTo>
                  <a:lnTo>
                    <a:pt x="4668" y="0"/>
                  </a:lnTo>
                  <a:lnTo>
                    <a:pt x="4669" y="0"/>
                  </a:lnTo>
                  <a:lnTo>
                    <a:pt x="4669" y="0"/>
                  </a:lnTo>
                  <a:lnTo>
                    <a:pt x="4670" y="0"/>
                  </a:lnTo>
                  <a:lnTo>
                    <a:pt x="4671" y="0"/>
                  </a:lnTo>
                  <a:lnTo>
                    <a:pt x="4672" y="0"/>
                  </a:lnTo>
                  <a:lnTo>
                    <a:pt x="4672" y="0"/>
                  </a:lnTo>
                  <a:lnTo>
                    <a:pt x="4673" y="0"/>
                  </a:lnTo>
                  <a:lnTo>
                    <a:pt x="4674" y="0"/>
                  </a:lnTo>
                  <a:lnTo>
                    <a:pt x="4674" y="0"/>
                  </a:lnTo>
                  <a:lnTo>
                    <a:pt x="4675" y="0"/>
                  </a:lnTo>
                  <a:lnTo>
                    <a:pt x="4676" y="0"/>
                  </a:lnTo>
                  <a:lnTo>
                    <a:pt x="4676" y="0"/>
                  </a:lnTo>
                  <a:lnTo>
                    <a:pt x="4677" y="0"/>
                  </a:lnTo>
                  <a:lnTo>
                    <a:pt x="4678" y="0"/>
                  </a:lnTo>
                  <a:lnTo>
                    <a:pt x="4679" y="0"/>
                  </a:lnTo>
                  <a:lnTo>
                    <a:pt x="4679" y="0"/>
                  </a:lnTo>
                  <a:lnTo>
                    <a:pt x="4680" y="0"/>
                  </a:lnTo>
                  <a:lnTo>
                    <a:pt x="4681" y="0"/>
                  </a:lnTo>
                  <a:lnTo>
                    <a:pt x="4681" y="0"/>
                  </a:lnTo>
                  <a:lnTo>
                    <a:pt x="4682" y="0"/>
                  </a:lnTo>
                  <a:lnTo>
                    <a:pt x="4683" y="0"/>
                  </a:lnTo>
                  <a:lnTo>
                    <a:pt x="4683" y="0"/>
                  </a:lnTo>
                  <a:lnTo>
                    <a:pt x="4684" y="0"/>
                  </a:lnTo>
                  <a:lnTo>
                    <a:pt x="4685" y="0"/>
                  </a:lnTo>
                  <a:lnTo>
                    <a:pt x="4686" y="0"/>
                  </a:lnTo>
                  <a:lnTo>
                    <a:pt x="4686" y="0"/>
                  </a:lnTo>
                  <a:lnTo>
                    <a:pt x="4687" y="0"/>
                  </a:lnTo>
                  <a:lnTo>
                    <a:pt x="4688" y="0"/>
                  </a:lnTo>
                  <a:lnTo>
                    <a:pt x="4688" y="0"/>
                  </a:lnTo>
                  <a:lnTo>
                    <a:pt x="4689" y="0"/>
                  </a:lnTo>
                  <a:lnTo>
                    <a:pt x="4690" y="0"/>
                  </a:lnTo>
                  <a:lnTo>
                    <a:pt x="4690" y="0"/>
                  </a:lnTo>
                  <a:lnTo>
                    <a:pt x="4691" y="0"/>
                  </a:lnTo>
                  <a:lnTo>
                    <a:pt x="4692" y="0"/>
                  </a:lnTo>
                  <a:lnTo>
                    <a:pt x="4692" y="0"/>
                  </a:lnTo>
                  <a:lnTo>
                    <a:pt x="4693" y="0"/>
                  </a:lnTo>
                  <a:lnTo>
                    <a:pt x="4694" y="0"/>
                  </a:lnTo>
                  <a:lnTo>
                    <a:pt x="4695" y="0"/>
                  </a:lnTo>
                  <a:lnTo>
                    <a:pt x="4695" y="0"/>
                  </a:lnTo>
                  <a:lnTo>
                    <a:pt x="4696" y="0"/>
                  </a:lnTo>
                  <a:lnTo>
                    <a:pt x="4697" y="0"/>
                  </a:lnTo>
                  <a:lnTo>
                    <a:pt x="4697" y="0"/>
                  </a:lnTo>
                  <a:lnTo>
                    <a:pt x="4698" y="0"/>
                  </a:lnTo>
                  <a:lnTo>
                    <a:pt x="4699" y="0"/>
                  </a:lnTo>
                  <a:lnTo>
                    <a:pt x="4699" y="0"/>
                  </a:lnTo>
                  <a:lnTo>
                    <a:pt x="4700" y="0"/>
                  </a:lnTo>
                </a:path>
              </a:pathLst>
            </a:custGeom>
            <a:noFill/>
            <a:ln w="19050">
              <a:solidFill>
                <a:srgbClr val="2A9D6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 dirty="0"/>
            </a:p>
          </p:txBody>
        </p:sp>
        <p:cxnSp>
          <p:nvCxnSpPr>
            <p:cNvPr id="98" name="Legend_Background_Line"/>
            <p:cNvCxnSpPr>
              <a:cxnSpLocks/>
            </p:cNvCxnSpPr>
            <p:nvPr/>
          </p:nvCxnSpPr>
          <p:spPr>
            <a:xfrm>
              <a:off x="6802813" y="4916396"/>
              <a:ext cx="219126" cy="0"/>
            </a:xfrm>
            <a:prstGeom prst="line">
              <a:avLst/>
            </a:prstGeom>
            <a:ln w="20320">
              <a:solidFill>
                <a:srgbClr val="2A9D6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Legend_Background_Label"/>
            <p:cNvSpPr txBox="1"/>
            <p:nvPr/>
          </p:nvSpPr>
          <p:spPr>
            <a:xfrm>
              <a:off x="7068607" y="4815439"/>
              <a:ext cx="1043555" cy="201918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400" dirty="0">
                  <a:solidFill>
                    <a:srgbClr val="252525"/>
                  </a:solidFill>
                  <a:latin typeface="Times New Roman"/>
                </a:rPr>
                <a:t>Background B</a:t>
              </a:r>
            </a:p>
          </p:txBody>
        </p:sp>
        <p:sp>
          <p:nvSpPr>
            <p:cNvPr id="101" name="Structure_MedianCurve"/>
            <p:cNvSpPr/>
            <p:nvPr/>
          </p:nvSpPr>
          <p:spPr>
            <a:xfrm>
              <a:off x="4492446" y="2219097"/>
              <a:ext cx="3678166" cy="2809951"/>
            </a:xfrm>
            <a:custGeom>
              <a:avLst/>
              <a:gdLst/>
              <a:ahLst/>
              <a:cxnLst/>
              <a:rect l="l" t="t" r="r" b="b"/>
              <a:pathLst>
                <a:path w="4700" h="3073">
                  <a:moveTo>
                    <a:pt x="0" y="3073"/>
                  </a:moveTo>
                  <a:lnTo>
                    <a:pt x="472" y="2871"/>
                  </a:lnTo>
                  <a:lnTo>
                    <a:pt x="747" y="2760"/>
                  </a:lnTo>
                  <a:lnTo>
                    <a:pt x="943" y="2690"/>
                  </a:lnTo>
                  <a:lnTo>
                    <a:pt x="1095" y="2626"/>
                  </a:lnTo>
                  <a:lnTo>
                    <a:pt x="1219" y="2578"/>
                  </a:lnTo>
                  <a:lnTo>
                    <a:pt x="1324" y="2550"/>
                  </a:lnTo>
                  <a:lnTo>
                    <a:pt x="1415" y="2525"/>
                  </a:lnTo>
                  <a:lnTo>
                    <a:pt x="1495" y="2500"/>
                  </a:lnTo>
                  <a:lnTo>
                    <a:pt x="1567" y="2478"/>
                  </a:lnTo>
                  <a:lnTo>
                    <a:pt x="1632" y="2456"/>
                  </a:lnTo>
                  <a:lnTo>
                    <a:pt x="1691" y="2436"/>
                  </a:lnTo>
                  <a:lnTo>
                    <a:pt x="1745" y="2415"/>
                  </a:lnTo>
                  <a:lnTo>
                    <a:pt x="1796" y="2395"/>
                  </a:lnTo>
                  <a:lnTo>
                    <a:pt x="1843" y="2376"/>
                  </a:lnTo>
                  <a:lnTo>
                    <a:pt x="1886" y="2357"/>
                  </a:lnTo>
                  <a:lnTo>
                    <a:pt x="1928" y="2339"/>
                  </a:lnTo>
                  <a:lnTo>
                    <a:pt x="1967" y="2321"/>
                  </a:lnTo>
                  <a:lnTo>
                    <a:pt x="2003" y="2303"/>
                  </a:lnTo>
                  <a:lnTo>
                    <a:pt x="2038" y="2286"/>
                  </a:lnTo>
                  <a:lnTo>
                    <a:pt x="2071" y="2269"/>
                  </a:lnTo>
                  <a:lnTo>
                    <a:pt x="2103" y="2252"/>
                  </a:lnTo>
                  <a:lnTo>
                    <a:pt x="2133" y="2236"/>
                  </a:lnTo>
                  <a:lnTo>
                    <a:pt x="2162" y="2220"/>
                  </a:lnTo>
                  <a:lnTo>
                    <a:pt x="2190" y="2204"/>
                  </a:lnTo>
                  <a:lnTo>
                    <a:pt x="2217" y="2189"/>
                  </a:lnTo>
                  <a:lnTo>
                    <a:pt x="2242" y="2173"/>
                  </a:lnTo>
                  <a:lnTo>
                    <a:pt x="2267" y="2159"/>
                  </a:lnTo>
                  <a:lnTo>
                    <a:pt x="2291" y="2144"/>
                  </a:lnTo>
                  <a:lnTo>
                    <a:pt x="2314" y="2129"/>
                  </a:lnTo>
                  <a:lnTo>
                    <a:pt x="2336" y="2115"/>
                  </a:lnTo>
                  <a:lnTo>
                    <a:pt x="2358" y="2101"/>
                  </a:lnTo>
                  <a:lnTo>
                    <a:pt x="2379" y="2087"/>
                  </a:lnTo>
                  <a:lnTo>
                    <a:pt x="2399" y="2074"/>
                  </a:lnTo>
                  <a:lnTo>
                    <a:pt x="2419" y="2060"/>
                  </a:lnTo>
                  <a:lnTo>
                    <a:pt x="2438" y="2047"/>
                  </a:lnTo>
                  <a:lnTo>
                    <a:pt x="2457" y="2034"/>
                  </a:lnTo>
                  <a:lnTo>
                    <a:pt x="2475" y="2021"/>
                  </a:lnTo>
                  <a:lnTo>
                    <a:pt x="2493" y="2009"/>
                  </a:lnTo>
                  <a:lnTo>
                    <a:pt x="2510" y="1996"/>
                  </a:lnTo>
                  <a:lnTo>
                    <a:pt x="2527" y="1984"/>
                  </a:lnTo>
                  <a:lnTo>
                    <a:pt x="2543" y="1972"/>
                  </a:lnTo>
                  <a:lnTo>
                    <a:pt x="2559" y="1960"/>
                  </a:lnTo>
                  <a:lnTo>
                    <a:pt x="2575" y="1948"/>
                  </a:lnTo>
                  <a:lnTo>
                    <a:pt x="2590" y="1936"/>
                  </a:lnTo>
                  <a:lnTo>
                    <a:pt x="2605" y="1925"/>
                  </a:lnTo>
                  <a:lnTo>
                    <a:pt x="2620" y="1914"/>
                  </a:lnTo>
                  <a:lnTo>
                    <a:pt x="2634" y="1902"/>
                  </a:lnTo>
                  <a:lnTo>
                    <a:pt x="2648" y="1891"/>
                  </a:lnTo>
                  <a:lnTo>
                    <a:pt x="2662" y="1880"/>
                  </a:lnTo>
                  <a:lnTo>
                    <a:pt x="2675" y="1870"/>
                  </a:lnTo>
                  <a:lnTo>
                    <a:pt x="2688" y="1859"/>
                  </a:lnTo>
                  <a:lnTo>
                    <a:pt x="2701" y="1848"/>
                  </a:lnTo>
                  <a:lnTo>
                    <a:pt x="2714" y="1838"/>
                  </a:lnTo>
                  <a:lnTo>
                    <a:pt x="2727" y="1828"/>
                  </a:lnTo>
                  <a:lnTo>
                    <a:pt x="2739" y="1817"/>
                  </a:lnTo>
                  <a:lnTo>
                    <a:pt x="2751" y="1807"/>
                  </a:lnTo>
                  <a:lnTo>
                    <a:pt x="2763" y="1797"/>
                  </a:lnTo>
                  <a:lnTo>
                    <a:pt x="2774" y="1788"/>
                  </a:lnTo>
                  <a:lnTo>
                    <a:pt x="2786" y="1778"/>
                  </a:lnTo>
                  <a:lnTo>
                    <a:pt x="2797" y="1768"/>
                  </a:lnTo>
                  <a:lnTo>
                    <a:pt x="2808" y="1759"/>
                  </a:lnTo>
                  <a:lnTo>
                    <a:pt x="2819" y="1749"/>
                  </a:lnTo>
                  <a:lnTo>
                    <a:pt x="2830" y="1740"/>
                  </a:lnTo>
                  <a:lnTo>
                    <a:pt x="2840" y="1731"/>
                  </a:lnTo>
                  <a:lnTo>
                    <a:pt x="2851" y="1722"/>
                  </a:lnTo>
                  <a:lnTo>
                    <a:pt x="2861" y="1713"/>
                  </a:lnTo>
                  <a:lnTo>
                    <a:pt x="2871" y="1704"/>
                  </a:lnTo>
                  <a:lnTo>
                    <a:pt x="2881" y="1695"/>
                  </a:lnTo>
                  <a:lnTo>
                    <a:pt x="2891" y="1686"/>
                  </a:lnTo>
                  <a:lnTo>
                    <a:pt x="2900" y="1677"/>
                  </a:lnTo>
                  <a:lnTo>
                    <a:pt x="2910" y="1669"/>
                  </a:lnTo>
                  <a:lnTo>
                    <a:pt x="2919" y="1660"/>
                  </a:lnTo>
                  <a:lnTo>
                    <a:pt x="2928" y="1651"/>
                  </a:lnTo>
                  <a:lnTo>
                    <a:pt x="2938" y="1643"/>
                  </a:lnTo>
                  <a:lnTo>
                    <a:pt x="2947" y="1635"/>
                  </a:lnTo>
                  <a:lnTo>
                    <a:pt x="2956" y="1626"/>
                  </a:lnTo>
                  <a:lnTo>
                    <a:pt x="2964" y="1618"/>
                  </a:lnTo>
                  <a:lnTo>
                    <a:pt x="2973" y="1610"/>
                  </a:lnTo>
                  <a:lnTo>
                    <a:pt x="2982" y="1602"/>
                  </a:lnTo>
                  <a:lnTo>
                    <a:pt x="2990" y="1594"/>
                  </a:lnTo>
                  <a:lnTo>
                    <a:pt x="2998" y="1586"/>
                  </a:lnTo>
                  <a:lnTo>
                    <a:pt x="3007" y="1578"/>
                  </a:lnTo>
                  <a:lnTo>
                    <a:pt x="3015" y="1570"/>
                  </a:lnTo>
                  <a:lnTo>
                    <a:pt x="3023" y="1562"/>
                  </a:lnTo>
                  <a:lnTo>
                    <a:pt x="3031" y="1554"/>
                  </a:lnTo>
                  <a:lnTo>
                    <a:pt x="3039" y="1547"/>
                  </a:lnTo>
                  <a:lnTo>
                    <a:pt x="3046" y="1539"/>
                  </a:lnTo>
                  <a:lnTo>
                    <a:pt x="3054" y="1531"/>
                  </a:lnTo>
                  <a:lnTo>
                    <a:pt x="3062" y="1524"/>
                  </a:lnTo>
                  <a:lnTo>
                    <a:pt x="3069" y="1517"/>
                  </a:lnTo>
                  <a:lnTo>
                    <a:pt x="3077" y="1509"/>
                  </a:lnTo>
                  <a:lnTo>
                    <a:pt x="3084" y="1502"/>
                  </a:lnTo>
                  <a:lnTo>
                    <a:pt x="3091" y="1495"/>
                  </a:lnTo>
                  <a:lnTo>
                    <a:pt x="3098" y="1487"/>
                  </a:lnTo>
                  <a:lnTo>
                    <a:pt x="3106" y="1480"/>
                  </a:lnTo>
                  <a:lnTo>
                    <a:pt x="3113" y="1473"/>
                  </a:lnTo>
                  <a:lnTo>
                    <a:pt x="3120" y="1466"/>
                  </a:lnTo>
                  <a:lnTo>
                    <a:pt x="3126" y="1459"/>
                  </a:lnTo>
                  <a:lnTo>
                    <a:pt x="3133" y="1452"/>
                  </a:lnTo>
                  <a:lnTo>
                    <a:pt x="3140" y="1445"/>
                  </a:lnTo>
                  <a:lnTo>
                    <a:pt x="3147" y="1438"/>
                  </a:lnTo>
                  <a:lnTo>
                    <a:pt x="3153" y="1432"/>
                  </a:lnTo>
                  <a:lnTo>
                    <a:pt x="3160" y="1425"/>
                  </a:lnTo>
                  <a:lnTo>
                    <a:pt x="3167" y="1418"/>
                  </a:lnTo>
                  <a:lnTo>
                    <a:pt x="3173" y="1411"/>
                  </a:lnTo>
                  <a:lnTo>
                    <a:pt x="3179" y="1405"/>
                  </a:lnTo>
                  <a:lnTo>
                    <a:pt x="3186" y="1398"/>
                  </a:lnTo>
                  <a:lnTo>
                    <a:pt x="3192" y="1392"/>
                  </a:lnTo>
                  <a:lnTo>
                    <a:pt x="3198" y="1385"/>
                  </a:lnTo>
                  <a:lnTo>
                    <a:pt x="3204" y="1379"/>
                  </a:lnTo>
                  <a:lnTo>
                    <a:pt x="3210" y="1372"/>
                  </a:lnTo>
                  <a:lnTo>
                    <a:pt x="3216" y="1366"/>
                  </a:lnTo>
                  <a:lnTo>
                    <a:pt x="3222" y="1359"/>
                  </a:lnTo>
                  <a:lnTo>
                    <a:pt x="3228" y="1353"/>
                  </a:lnTo>
                  <a:lnTo>
                    <a:pt x="3234" y="1347"/>
                  </a:lnTo>
                  <a:lnTo>
                    <a:pt x="3240" y="1341"/>
                  </a:lnTo>
                  <a:lnTo>
                    <a:pt x="3246" y="1335"/>
                  </a:lnTo>
                  <a:lnTo>
                    <a:pt x="3252" y="1329"/>
                  </a:lnTo>
                  <a:lnTo>
                    <a:pt x="3257" y="1322"/>
                  </a:lnTo>
                  <a:lnTo>
                    <a:pt x="3263" y="1316"/>
                  </a:lnTo>
                  <a:lnTo>
                    <a:pt x="3269" y="1310"/>
                  </a:lnTo>
                  <a:lnTo>
                    <a:pt x="3274" y="1304"/>
                  </a:lnTo>
                  <a:lnTo>
                    <a:pt x="3280" y="1299"/>
                  </a:lnTo>
                  <a:lnTo>
                    <a:pt x="3285" y="1293"/>
                  </a:lnTo>
                  <a:lnTo>
                    <a:pt x="3291" y="1287"/>
                  </a:lnTo>
                  <a:lnTo>
                    <a:pt x="3296" y="1281"/>
                  </a:lnTo>
                  <a:lnTo>
                    <a:pt x="3301" y="1275"/>
                  </a:lnTo>
                  <a:lnTo>
                    <a:pt x="3307" y="1269"/>
                  </a:lnTo>
                  <a:lnTo>
                    <a:pt x="3312" y="1264"/>
                  </a:lnTo>
                  <a:lnTo>
                    <a:pt x="3317" y="1258"/>
                  </a:lnTo>
                  <a:lnTo>
                    <a:pt x="3322" y="1253"/>
                  </a:lnTo>
                  <a:lnTo>
                    <a:pt x="3327" y="1247"/>
                  </a:lnTo>
                  <a:lnTo>
                    <a:pt x="3332" y="1241"/>
                  </a:lnTo>
                  <a:lnTo>
                    <a:pt x="3338" y="1236"/>
                  </a:lnTo>
                  <a:lnTo>
                    <a:pt x="3343" y="1230"/>
                  </a:lnTo>
                  <a:lnTo>
                    <a:pt x="3348" y="1225"/>
                  </a:lnTo>
                  <a:lnTo>
                    <a:pt x="3352" y="1220"/>
                  </a:lnTo>
                  <a:lnTo>
                    <a:pt x="3357" y="1214"/>
                  </a:lnTo>
                  <a:lnTo>
                    <a:pt x="3362" y="1209"/>
                  </a:lnTo>
                  <a:lnTo>
                    <a:pt x="3367" y="1203"/>
                  </a:lnTo>
                  <a:lnTo>
                    <a:pt x="3372" y="1198"/>
                  </a:lnTo>
                  <a:lnTo>
                    <a:pt x="3377" y="1193"/>
                  </a:lnTo>
                  <a:lnTo>
                    <a:pt x="3381" y="1188"/>
                  </a:lnTo>
                  <a:lnTo>
                    <a:pt x="3386" y="1182"/>
                  </a:lnTo>
                  <a:lnTo>
                    <a:pt x="3391" y="1177"/>
                  </a:lnTo>
                  <a:lnTo>
                    <a:pt x="3395" y="1172"/>
                  </a:lnTo>
                  <a:lnTo>
                    <a:pt x="3400" y="1167"/>
                  </a:lnTo>
                  <a:lnTo>
                    <a:pt x="3405" y="1162"/>
                  </a:lnTo>
                  <a:lnTo>
                    <a:pt x="3409" y="1157"/>
                  </a:lnTo>
                  <a:lnTo>
                    <a:pt x="3414" y="1152"/>
                  </a:lnTo>
                  <a:lnTo>
                    <a:pt x="3418" y="1147"/>
                  </a:lnTo>
                  <a:lnTo>
                    <a:pt x="3423" y="1142"/>
                  </a:lnTo>
                  <a:lnTo>
                    <a:pt x="3427" y="1137"/>
                  </a:lnTo>
                  <a:lnTo>
                    <a:pt x="3432" y="1132"/>
                  </a:lnTo>
                  <a:lnTo>
                    <a:pt x="3436" y="1127"/>
                  </a:lnTo>
                  <a:lnTo>
                    <a:pt x="3440" y="1122"/>
                  </a:lnTo>
                  <a:lnTo>
                    <a:pt x="3445" y="1117"/>
                  </a:lnTo>
                  <a:lnTo>
                    <a:pt x="3449" y="1113"/>
                  </a:lnTo>
                  <a:lnTo>
                    <a:pt x="3453" y="1108"/>
                  </a:lnTo>
                  <a:lnTo>
                    <a:pt x="3457" y="1103"/>
                  </a:lnTo>
                  <a:lnTo>
                    <a:pt x="3462" y="1098"/>
                  </a:lnTo>
                  <a:lnTo>
                    <a:pt x="3466" y="1094"/>
                  </a:lnTo>
                  <a:lnTo>
                    <a:pt x="3470" y="1089"/>
                  </a:lnTo>
                  <a:lnTo>
                    <a:pt x="3474" y="1084"/>
                  </a:lnTo>
                  <a:lnTo>
                    <a:pt x="3478" y="1080"/>
                  </a:lnTo>
                  <a:lnTo>
                    <a:pt x="3482" y="1075"/>
                  </a:lnTo>
                  <a:lnTo>
                    <a:pt x="3486" y="1071"/>
                  </a:lnTo>
                  <a:lnTo>
                    <a:pt x="3490" y="1066"/>
                  </a:lnTo>
                  <a:lnTo>
                    <a:pt x="3494" y="1061"/>
                  </a:lnTo>
                  <a:lnTo>
                    <a:pt x="3498" y="1057"/>
                  </a:lnTo>
                  <a:lnTo>
                    <a:pt x="3502" y="1052"/>
                  </a:lnTo>
                  <a:lnTo>
                    <a:pt x="3506" y="1048"/>
                  </a:lnTo>
                  <a:lnTo>
                    <a:pt x="3510" y="1043"/>
                  </a:lnTo>
                  <a:lnTo>
                    <a:pt x="3514" y="1039"/>
                  </a:lnTo>
                  <a:lnTo>
                    <a:pt x="3518" y="1035"/>
                  </a:lnTo>
                  <a:lnTo>
                    <a:pt x="3522" y="1030"/>
                  </a:lnTo>
                  <a:lnTo>
                    <a:pt x="3526" y="1026"/>
                  </a:lnTo>
                  <a:lnTo>
                    <a:pt x="3529" y="1022"/>
                  </a:lnTo>
                  <a:lnTo>
                    <a:pt x="3533" y="1017"/>
                  </a:lnTo>
                  <a:lnTo>
                    <a:pt x="3537" y="1013"/>
                  </a:lnTo>
                  <a:lnTo>
                    <a:pt x="3541" y="1009"/>
                  </a:lnTo>
                  <a:lnTo>
                    <a:pt x="3545" y="1005"/>
                  </a:lnTo>
                  <a:lnTo>
                    <a:pt x="3548" y="1000"/>
                  </a:lnTo>
                  <a:lnTo>
                    <a:pt x="3552" y="996"/>
                  </a:lnTo>
                  <a:lnTo>
                    <a:pt x="3556" y="992"/>
                  </a:lnTo>
                  <a:lnTo>
                    <a:pt x="3559" y="988"/>
                  </a:lnTo>
                  <a:lnTo>
                    <a:pt x="3563" y="984"/>
                  </a:lnTo>
                  <a:lnTo>
                    <a:pt x="3566" y="980"/>
                  </a:lnTo>
                  <a:lnTo>
                    <a:pt x="3570" y="975"/>
                  </a:lnTo>
                  <a:lnTo>
                    <a:pt x="3574" y="971"/>
                  </a:lnTo>
                  <a:lnTo>
                    <a:pt x="3577" y="967"/>
                  </a:lnTo>
                  <a:lnTo>
                    <a:pt x="3581" y="963"/>
                  </a:lnTo>
                  <a:lnTo>
                    <a:pt x="3584" y="959"/>
                  </a:lnTo>
                  <a:lnTo>
                    <a:pt x="3588" y="955"/>
                  </a:lnTo>
                  <a:lnTo>
                    <a:pt x="3591" y="951"/>
                  </a:lnTo>
                  <a:lnTo>
                    <a:pt x="3595" y="947"/>
                  </a:lnTo>
                  <a:lnTo>
                    <a:pt x="3598" y="943"/>
                  </a:lnTo>
                  <a:lnTo>
                    <a:pt x="3602" y="939"/>
                  </a:lnTo>
                  <a:lnTo>
                    <a:pt x="3605" y="936"/>
                  </a:lnTo>
                  <a:lnTo>
                    <a:pt x="3608" y="932"/>
                  </a:lnTo>
                  <a:lnTo>
                    <a:pt x="3612" y="928"/>
                  </a:lnTo>
                  <a:lnTo>
                    <a:pt x="3615" y="924"/>
                  </a:lnTo>
                  <a:lnTo>
                    <a:pt x="3618" y="920"/>
                  </a:lnTo>
                  <a:lnTo>
                    <a:pt x="3622" y="916"/>
                  </a:lnTo>
                  <a:lnTo>
                    <a:pt x="3625" y="913"/>
                  </a:lnTo>
                  <a:lnTo>
                    <a:pt x="3628" y="909"/>
                  </a:lnTo>
                  <a:lnTo>
                    <a:pt x="3632" y="905"/>
                  </a:lnTo>
                  <a:lnTo>
                    <a:pt x="3635" y="901"/>
                  </a:lnTo>
                  <a:lnTo>
                    <a:pt x="3638" y="898"/>
                  </a:lnTo>
                  <a:lnTo>
                    <a:pt x="3641" y="894"/>
                  </a:lnTo>
                  <a:lnTo>
                    <a:pt x="3645" y="890"/>
                  </a:lnTo>
                  <a:lnTo>
                    <a:pt x="3648" y="887"/>
                  </a:lnTo>
                  <a:lnTo>
                    <a:pt x="3651" y="883"/>
                  </a:lnTo>
                  <a:lnTo>
                    <a:pt x="3654" y="879"/>
                  </a:lnTo>
                  <a:lnTo>
                    <a:pt x="3657" y="876"/>
                  </a:lnTo>
                  <a:lnTo>
                    <a:pt x="3660" y="872"/>
                  </a:lnTo>
                  <a:lnTo>
                    <a:pt x="3664" y="868"/>
                  </a:lnTo>
                  <a:lnTo>
                    <a:pt x="3667" y="865"/>
                  </a:lnTo>
                  <a:lnTo>
                    <a:pt x="3670" y="861"/>
                  </a:lnTo>
                  <a:lnTo>
                    <a:pt x="3673" y="858"/>
                  </a:lnTo>
                  <a:lnTo>
                    <a:pt x="3676" y="854"/>
                  </a:lnTo>
                  <a:lnTo>
                    <a:pt x="3679" y="851"/>
                  </a:lnTo>
                  <a:lnTo>
                    <a:pt x="3682" y="847"/>
                  </a:lnTo>
                  <a:lnTo>
                    <a:pt x="3685" y="844"/>
                  </a:lnTo>
                  <a:lnTo>
                    <a:pt x="3688" y="840"/>
                  </a:lnTo>
                  <a:lnTo>
                    <a:pt x="3691" y="837"/>
                  </a:lnTo>
                  <a:lnTo>
                    <a:pt x="3694" y="834"/>
                  </a:lnTo>
                  <a:lnTo>
                    <a:pt x="3697" y="830"/>
                  </a:lnTo>
                  <a:lnTo>
                    <a:pt x="3700" y="827"/>
                  </a:lnTo>
                  <a:lnTo>
                    <a:pt x="3703" y="823"/>
                  </a:lnTo>
                  <a:lnTo>
                    <a:pt x="3706" y="820"/>
                  </a:lnTo>
                  <a:lnTo>
                    <a:pt x="3709" y="817"/>
                  </a:lnTo>
                  <a:lnTo>
                    <a:pt x="3712" y="813"/>
                  </a:lnTo>
                  <a:lnTo>
                    <a:pt x="3715" y="810"/>
                  </a:lnTo>
                  <a:lnTo>
                    <a:pt x="3718" y="807"/>
                  </a:lnTo>
                  <a:lnTo>
                    <a:pt x="3720" y="803"/>
                  </a:lnTo>
                  <a:lnTo>
                    <a:pt x="3723" y="800"/>
                  </a:lnTo>
                  <a:lnTo>
                    <a:pt x="3726" y="797"/>
                  </a:lnTo>
                  <a:lnTo>
                    <a:pt x="3729" y="794"/>
                  </a:lnTo>
                  <a:lnTo>
                    <a:pt x="3732" y="790"/>
                  </a:lnTo>
                  <a:lnTo>
                    <a:pt x="3735" y="787"/>
                  </a:lnTo>
                  <a:lnTo>
                    <a:pt x="3737" y="784"/>
                  </a:lnTo>
                  <a:lnTo>
                    <a:pt x="3740" y="781"/>
                  </a:lnTo>
                  <a:lnTo>
                    <a:pt x="3743" y="778"/>
                  </a:lnTo>
                  <a:lnTo>
                    <a:pt x="3746" y="775"/>
                  </a:lnTo>
                  <a:lnTo>
                    <a:pt x="3749" y="771"/>
                  </a:lnTo>
                  <a:lnTo>
                    <a:pt x="3751" y="768"/>
                  </a:lnTo>
                  <a:lnTo>
                    <a:pt x="3754" y="765"/>
                  </a:lnTo>
                  <a:lnTo>
                    <a:pt x="3757" y="762"/>
                  </a:lnTo>
                  <a:lnTo>
                    <a:pt x="3759" y="759"/>
                  </a:lnTo>
                  <a:lnTo>
                    <a:pt x="3762" y="756"/>
                  </a:lnTo>
                  <a:lnTo>
                    <a:pt x="3765" y="753"/>
                  </a:lnTo>
                  <a:lnTo>
                    <a:pt x="3768" y="750"/>
                  </a:lnTo>
                  <a:lnTo>
                    <a:pt x="3770" y="747"/>
                  </a:lnTo>
                  <a:lnTo>
                    <a:pt x="3773" y="744"/>
                  </a:lnTo>
                  <a:lnTo>
                    <a:pt x="3776" y="741"/>
                  </a:lnTo>
                  <a:lnTo>
                    <a:pt x="3778" y="738"/>
                  </a:lnTo>
                  <a:lnTo>
                    <a:pt x="3781" y="735"/>
                  </a:lnTo>
                  <a:lnTo>
                    <a:pt x="3783" y="732"/>
                  </a:lnTo>
                  <a:lnTo>
                    <a:pt x="3786" y="729"/>
                  </a:lnTo>
                  <a:lnTo>
                    <a:pt x="3789" y="726"/>
                  </a:lnTo>
                  <a:lnTo>
                    <a:pt x="3791" y="723"/>
                  </a:lnTo>
                  <a:lnTo>
                    <a:pt x="3794" y="720"/>
                  </a:lnTo>
                  <a:lnTo>
                    <a:pt x="3796" y="717"/>
                  </a:lnTo>
                  <a:lnTo>
                    <a:pt x="3799" y="714"/>
                  </a:lnTo>
                  <a:lnTo>
                    <a:pt x="3802" y="712"/>
                  </a:lnTo>
                  <a:lnTo>
                    <a:pt x="3804" y="709"/>
                  </a:lnTo>
                  <a:lnTo>
                    <a:pt x="3807" y="706"/>
                  </a:lnTo>
                  <a:lnTo>
                    <a:pt x="3809" y="703"/>
                  </a:lnTo>
                  <a:lnTo>
                    <a:pt x="3812" y="700"/>
                  </a:lnTo>
                  <a:lnTo>
                    <a:pt x="3814" y="697"/>
                  </a:lnTo>
                  <a:lnTo>
                    <a:pt x="3817" y="695"/>
                  </a:lnTo>
                  <a:lnTo>
                    <a:pt x="3819" y="692"/>
                  </a:lnTo>
                  <a:lnTo>
                    <a:pt x="3822" y="689"/>
                  </a:lnTo>
                  <a:lnTo>
                    <a:pt x="3824" y="686"/>
                  </a:lnTo>
                  <a:lnTo>
                    <a:pt x="3827" y="683"/>
                  </a:lnTo>
                  <a:lnTo>
                    <a:pt x="3829" y="681"/>
                  </a:lnTo>
                  <a:lnTo>
                    <a:pt x="3831" y="678"/>
                  </a:lnTo>
                  <a:lnTo>
                    <a:pt x="3834" y="675"/>
                  </a:lnTo>
                  <a:lnTo>
                    <a:pt x="3836" y="673"/>
                  </a:lnTo>
                  <a:lnTo>
                    <a:pt x="3839" y="670"/>
                  </a:lnTo>
                  <a:lnTo>
                    <a:pt x="3841" y="667"/>
                  </a:lnTo>
                  <a:lnTo>
                    <a:pt x="3844" y="664"/>
                  </a:lnTo>
                  <a:lnTo>
                    <a:pt x="3846" y="662"/>
                  </a:lnTo>
                  <a:lnTo>
                    <a:pt x="3848" y="659"/>
                  </a:lnTo>
                  <a:lnTo>
                    <a:pt x="3851" y="657"/>
                  </a:lnTo>
                  <a:lnTo>
                    <a:pt x="3853" y="654"/>
                  </a:lnTo>
                  <a:lnTo>
                    <a:pt x="3855" y="651"/>
                  </a:lnTo>
                  <a:lnTo>
                    <a:pt x="3858" y="649"/>
                  </a:lnTo>
                  <a:lnTo>
                    <a:pt x="3860" y="646"/>
                  </a:lnTo>
                  <a:lnTo>
                    <a:pt x="3862" y="643"/>
                  </a:lnTo>
                  <a:lnTo>
                    <a:pt x="3865" y="641"/>
                  </a:lnTo>
                  <a:lnTo>
                    <a:pt x="3867" y="638"/>
                  </a:lnTo>
                  <a:lnTo>
                    <a:pt x="3869" y="636"/>
                  </a:lnTo>
                  <a:lnTo>
                    <a:pt x="3872" y="633"/>
                  </a:lnTo>
                  <a:lnTo>
                    <a:pt x="3874" y="631"/>
                  </a:lnTo>
                  <a:lnTo>
                    <a:pt x="3876" y="628"/>
                  </a:lnTo>
                  <a:lnTo>
                    <a:pt x="3879" y="626"/>
                  </a:lnTo>
                  <a:lnTo>
                    <a:pt x="3881" y="623"/>
                  </a:lnTo>
                  <a:lnTo>
                    <a:pt x="3883" y="621"/>
                  </a:lnTo>
                  <a:lnTo>
                    <a:pt x="3885" y="618"/>
                  </a:lnTo>
                  <a:lnTo>
                    <a:pt x="3888" y="616"/>
                  </a:lnTo>
                  <a:lnTo>
                    <a:pt x="3890" y="613"/>
                  </a:lnTo>
                  <a:lnTo>
                    <a:pt x="3892" y="611"/>
                  </a:lnTo>
                  <a:lnTo>
                    <a:pt x="3894" y="608"/>
                  </a:lnTo>
                  <a:lnTo>
                    <a:pt x="3897" y="606"/>
                  </a:lnTo>
                  <a:lnTo>
                    <a:pt x="3899" y="603"/>
                  </a:lnTo>
                  <a:lnTo>
                    <a:pt x="3901" y="601"/>
                  </a:lnTo>
                  <a:lnTo>
                    <a:pt x="3903" y="599"/>
                  </a:lnTo>
                  <a:lnTo>
                    <a:pt x="3905" y="596"/>
                  </a:lnTo>
                  <a:lnTo>
                    <a:pt x="3908" y="594"/>
                  </a:lnTo>
                  <a:lnTo>
                    <a:pt x="3910" y="591"/>
                  </a:lnTo>
                  <a:lnTo>
                    <a:pt x="3912" y="589"/>
                  </a:lnTo>
                  <a:lnTo>
                    <a:pt x="3914" y="587"/>
                  </a:lnTo>
                  <a:lnTo>
                    <a:pt x="3916" y="584"/>
                  </a:lnTo>
                  <a:lnTo>
                    <a:pt x="3918" y="582"/>
                  </a:lnTo>
                  <a:lnTo>
                    <a:pt x="3920" y="580"/>
                  </a:lnTo>
                  <a:lnTo>
                    <a:pt x="3923" y="577"/>
                  </a:lnTo>
                  <a:lnTo>
                    <a:pt x="3925" y="575"/>
                  </a:lnTo>
                  <a:lnTo>
                    <a:pt x="3927" y="573"/>
                  </a:lnTo>
                  <a:lnTo>
                    <a:pt x="3929" y="570"/>
                  </a:lnTo>
                  <a:lnTo>
                    <a:pt x="3931" y="568"/>
                  </a:lnTo>
                  <a:lnTo>
                    <a:pt x="3933" y="566"/>
                  </a:lnTo>
                  <a:lnTo>
                    <a:pt x="3935" y="563"/>
                  </a:lnTo>
                  <a:lnTo>
                    <a:pt x="3937" y="561"/>
                  </a:lnTo>
                  <a:lnTo>
                    <a:pt x="3939" y="559"/>
                  </a:lnTo>
                  <a:lnTo>
                    <a:pt x="3942" y="557"/>
                  </a:lnTo>
                  <a:lnTo>
                    <a:pt x="3944" y="554"/>
                  </a:lnTo>
                  <a:lnTo>
                    <a:pt x="3946" y="552"/>
                  </a:lnTo>
                  <a:lnTo>
                    <a:pt x="3948" y="550"/>
                  </a:lnTo>
                  <a:lnTo>
                    <a:pt x="3950" y="548"/>
                  </a:lnTo>
                  <a:lnTo>
                    <a:pt x="3952" y="546"/>
                  </a:lnTo>
                  <a:lnTo>
                    <a:pt x="3954" y="543"/>
                  </a:lnTo>
                  <a:lnTo>
                    <a:pt x="3956" y="541"/>
                  </a:lnTo>
                  <a:lnTo>
                    <a:pt x="3958" y="539"/>
                  </a:lnTo>
                  <a:lnTo>
                    <a:pt x="3960" y="537"/>
                  </a:lnTo>
                  <a:lnTo>
                    <a:pt x="3962" y="535"/>
                  </a:lnTo>
                  <a:lnTo>
                    <a:pt x="3964" y="533"/>
                  </a:lnTo>
                  <a:lnTo>
                    <a:pt x="3966" y="530"/>
                  </a:lnTo>
                  <a:lnTo>
                    <a:pt x="3968" y="528"/>
                  </a:lnTo>
                  <a:lnTo>
                    <a:pt x="3970" y="526"/>
                  </a:lnTo>
                  <a:lnTo>
                    <a:pt x="3972" y="524"/>
                  </a:lnTo>
                  <a:lnTo>
                    <a:pt x="3974" y="522"/>
                  </a:lnTo>
                  <a:lnTo>
                    <a:pt x="3976" y="520"/>
                  </a:lnTo>
                  <a:lnTo>
                    <a:pt x="3978" y="518"/>
                  </a:lnTo>
                  <a:lnTo>
                    <a:pt x="3980" y="516"/>
                  </a:lnTo>
                  <a:lnTo>
                    <a:pt x="3982" y="514"/>
                  </a:lnTo>
                  <a:lnTo>
                    <a:pt x="3984" y="511"/>
                  </a:lnTo>
                  <a:lnTo>
                    <a:pt x="3986" y="509"/>
                  </a:lnTo>
                  <a:lnTo>
                    <a:pt x="3988" y="507"/>
                  </a:lnTo>
                  <a:lnTo>
                    <a:pt x="3990" y="505"/>
                  </a:lnTo>
                  <a:lnTo>
                    <a:pt x="3992" y="503"/>
                  </a:lnTo>
                  <a:lnTo>
                    <a:pt x="3993" y="501"/>
                  </a:lnTo>
                  <a:lnTo>
                    <a:pt x="3995" y="499"/>
                  </a:lnTo>
                  <a:lnTo>
                    <a:pt x="3997" y="497"/>
                  </a:lnTo>
                  <a:lnTo>
                    <a:pt x="3999" y="495"/>
                  </a:lnTo>
                  <a:lnTo>
                    <a:pt x="4001" y="493"/>
                  </a:lnTo>
                  <a:lnTo>
                    <a:pt x="4003" y="491"/>
                  </a:lnTo>
                  <a:lnTo>
                    <a:pt x="4005" y="489"/>
                  </a:lnTo>
                  <a:lnTo>
                    <a:pt x="4007" y="487"/>
                  </a:lnTo>
                  <a:lnTo>
                    <a:pt x="4009" y="485"/>
                  </a:lnTo>
                  <a:lnTo>
                    <a:pt x="4011" y="483"/>
                  </a:lnTo>
                  <a:lnTo>
                    <a:pt x="4012" y="481"/>
                  </a:lnTo>
                  <a:lnTo>
                    <a:pt x="4014" y="479"/>
                  </a:lnTo>
                  <a:lnTo>
                    <a:pt x="4016" y="477"/>
                  </a:lnTo>
                  <a:lnTo>
                    <a:pt x="4018" y="475"/>
                  </a:lnTo>
                  <a:lnTo>
                    <a:pt x="4020" y="474"/>
                  </a:lnTo>
                  <a:lnTo>
                    <a:pt x="4022" y="472"/>
                  </a:lnTo>
                  <a:lnTo>
                    <a:pt x="4024" y="470"/>
                  </a:lnTo>
                  <a:lnTo>
                    <a:pt x="4025" y="468"/>
                  </a:lnTo>
                  <a:lnTo>
                    <a:pt x="4027" y="466"/>
                  </a:lnTo>
                  <a:lnTo>
                    <a:pt x="4029" y="464"/>
                  </a:lnTo>
                  <a:lnTo>
                    <a:pt x="4031" y="462"/>
                  </a:lnTo>
                  <a:lnTo>
                    <a:pt x="4033" y="460"/>
                  </a:lnTo>
                  <a:lnTo>
                    <a:pt x="4034" y="458"/>
                  </a:lnTo>
                  <a:lnTo>
                    <a:pt x="4036" y="456"/>
                  </a:lnTo>
                  <a:lnTo>
                    <a:pt x="4038" y="455"/>
                  </a:lnTo>
                  <a:lnTo>
                    <a:pt x="4040" y="453"/>
                  </a:lnTo>
                  <a:lnTo>
                    <a:pt x="4042" y="451"/>
                  </a:lnTo>
                  <a:lnTo>
                    <a:pt x="4043" y="449"/>
                  </a:lnTo>
                  <a:lnTo>
                    <a:pt x="4045" y="447"/>
                  </a:lnTo>
                  <a:lnTo>
                    <a:pt x="4047" y="445"/>
                  </a:lnTo>
                  <a:lnTo>
                    <a:pt x="4049" y="444"/>
                  </a:lnTo>
                  <a:lnTo>
                    <a:pt x="4051" y="442"/>
                  </a:lnTo>
                  <a:lnTo>
                    <a:pt x="4052" y="440"/>
                  </a:lnTo>
                  <a:lnTo>
                    <a:pt x="4054" y="438"/>
                  </a:lnTo>
                  <a:lnTo>
                    <a:pt x="4056" y="436"/>
                  </a:lnTo>
                  <a:lnTo>
                    <a:pt x="4058" y="435"/>
                  </a:lnTo>
                  <a:lnTo>
                    <a:pt x="4059" y="433"/>
                  </a:lnTo>
                  <a:lnTo>
                    <a:pt x="4061" y="431"/>
                  </a:lnTo>
                  <a:lnTo>
                    <a:pt x="4063" y="429"/>
                  </a:lnTo>
                  <a:lnTo>
                    <a:pt x="4065" y="428"/>
                  </a:lnTo>
                  <a:lnTo>
                    <a:pt x="4066" y="426"/>
                  </a:lnTo>
                  <a:lnTo>
                    <a:pt x="4068" y="424"/>
                  </a:lnTo>
                  <a:lnTo>
                    <a:pt x="4070" y="422"/>
                  </a:lnTo>
                  <a:lnTo>
                    <a:pt x="4071" y="421"/>
                  </a:lnTo>
                  <a:lnTo>
                    <a:pt x="4073" y="419"/>
                  </a:lnTo>
                  <a:lnTo>
                    <a:pt x="4075" y="417"/>
                  </a:lnTo>
                  <a:lnTo>
                    <a:pt x="4077" y="415"/>
                  </a:lnTo>
                  <a:lnTo>
                    <a:pt x="4078" y="414"/>
                  </a:lnTo>
                  <a:lnTo>
                    <a:pt x="4080" y="412"/>
                  </a:lnTo>
                  <a:lnTo>
                    <a:pt x="4082" y="410"/>
                  </a:lnTo>
                  <a:lnTo>
                    <a:pt x="4083" y="409"/>
                  </a:lnTo>
                  <a:lnTo>
                    <a:pt x="4085" y="407"/>
                  </a:lnTo>
                  <a:lnTo>
                    <a:pt x="4087" y="405"/>
                  </a:lnTo>
                  <a:lnTo>
                    <a:pt x="4088" y="404"/>
                  </a:lnTo>
                  <a:lnTo>
                    <a:pt x="4090" y="402"/>
                  </a:lnTo>
                  <a:lnTo>
                    <a:pt x="4092" y="400"/>
                  </a:lnTo>
                  <a:lnTo>
                    <a:pt x="4093" y="399"/>
                  </a:lnTo>
                  <a:lnTo>
                    <a:pt x="4095" y="397"/>
                  </a:lnTo>
                  <a:lnTo>
                    <a:pt x="4097" y="395"/>
                  </a:lnTo>
                  <a:lnTo>
                    <a:pt x="4098" y="394"/>
                  </a:lnTo>
                  <a:lnTo>
                    <a:pt x="4100" y="392"/>
                  </a:lnTo>
                  <a:lnTo>
                    <a:pt x="4102" y="390"/>
                  </a:lnTo>
                  <a:lnTo>
                    <a:pt x="4103" y="389"/>
                  </a:lnTo>
                  <a:lnTo>
                    <a:pt x="4105" y="387"/>
                  </a:lnTo>
                  <a:lnTo>
                    <a:pt x="4107" y="385"/>
                  </a:lnTo>
                  <a:lnTo>
                    <a:pt x="4108" y="384"/>
                  </a:lnTo>
                  <a:lnTo>
                    <a:pt x="4110" y="382"/>
                  </a:lnTo>
                  <a:lnTo>
                    <a:pt x="4111" y="381"/>
                  </a:lnTo>
                  <a:lnTo>
                    <a:pt x="4113" y="379"/>
                  </a:lnTo>
                  <a:lnTo>
                    <a:pt x="4115" y="378"/>
                  </a:lnTo>
                  <a:lnTo>
                    <a:pt x="4116" y="376"/>
                  </a:lnTo>
                  <a:lnTo>
                    <a:pt x="4118" y="374"/>
                  </a:lnTo>
                  <a:lnTo>
                    <a:pt x="4119" y="373"/>
                  </a:lnTo>
                  <a:lnTo>
                    <a:pt x="4121" y="371"/>
                  </a:lnTo>
                  <a:lnTo>
                    <a:pt x="4123" y="370"/>
                  </a:lnTo>
                  <a:lnTo>
                    <a:pt x="4124" y="368"/>
                  </a:lnTo>
                  <a:lnTo>
                    <a:pt x="4126" y="367"/>
                  </a:lnTo>
                  <a:lnTo>
                    <a:pt x="4127" y="365"/>
                  </a:lnTo>
                  <a:lnTo>
                    <a:pt x="4129" y="364"/>
                  </a:lnTo>
                  <a:lnTo>
                    <a:pt x="4130" y="362"/>
                  </a:lnTo>
                  <a:lnTo>
                    <a:pt x="4132" y="361"/>
                  </a:lnTo>
                  <a:lnTo>
                    <a:pt x="4134" y="359"/>
                  </a:lnTo>
                  <a:lnTo>
                    <a:pt x="4135" y="358"/>
                  </a:lnTo>
                  <a:lnTo>
                    <a:pt x="4137" y="356"/>
                  </a:lnTo>
                  <a:lnTo>
                    <a:pt x="4138" y="355"/>
                  </a:lnTo>
                  <a:lnTo>
                    <a:pt x="4140" y="353"/>
                  </a:lnTo>
                  <a:lnTo>
                    <a:pt x="4141" y="352"/>
                  </a:lnTo>
                  <a:lnTo>
                    <a:pt x="4143" y="350"/>
                  </a:lnTo>
                  <a:lnTo>
                    <a:pt x="4144" y="349"/>
                  </a:lnTo>
                  <a:lnTo>
                    <a:pt x="4146" y="347"/>
                  </a:lnTo>
                  <a:lnTo>
                    <a:pt x="4148" y="346"/>
                  </a:lnTo>
                  <a:lnTo>
                    <a:pt x="4149" y="344"/>
                  </a:lnTo>
                  <a:lnTo>
                    <a:pt x="4151" y="343"/>
                  </a:lnTo>
                  <a:lnTo>
                    <a:pt x="4152" y="341"/>
                  </a:lnTo>
                  <a:lnTo>
                    <a:pt x="4154" y="340"/>
                  </a:lnTo>
                  <a:lnTo>
                    <a:pt x="4155" y="338"/>
                  </a:lnTo>
                  <a:lnTo>
                    <a:pt x="4157" y="337"/>
                  </a:lnTo>
                  <a:lnTo>
                    <a:pt x="4158" y="336"/>
                  </a:lnTo>
                  <a:lnTo>
                    <a:pt x="4160" y="334"/>
                  </a:lnTo>
                  <a:lnTo>
                    <a:pt x="4161" y="333"/>
                  </a:lnTo>
                  <a:lnTo>
                    <a:pt x="4163" y="331"/>
                  </a:lnTo>
                  <a:lnTo>
                    <a:pt x="4164" y="330"/>
                  </a:lnTo>
                  <a:lnTo>
                    <a:pt x="4166" y="329"/>
                  </a:lnTo>
                  <a:lnTo>
                    <a:pt x="4167" y="327"/>
                  </a:lnTo>
                  <a:lnTo>
                    <a:pt x="4169" y="326"/>
                  </a:lnTo>
                  <a:lnTo>
                    <a:pt x="4170" y="324"/>
                  </a:lnTo>
                  <a:lnTo>
                    <a:pt x="4172" y="323"/>
                  </a:lnTo>
                  <a:lnTo>
                    <a:pt x="4173" y="322"/>
                  </a:lnTo>
                  <a:lnTo>
                    <a:pt x="4175" y="320"/>
                  </a:lnTo>
                  <a:lnTo>
                    <a:pt x="4176" y="319"/>
                  </a:lnTo>
                  <a:lnTo>
                    <a:pt x="4178" y="317"/>
                  </a:lnTo>
                  <a:lnTo>
                    <a:pt x="4179" y="316"/>
                  </a:lnTo>
                  <a:lnTo>
                    <a:pt x="4180" y="315"/>
                  </a:lnTo>
                  <a:lnTo>
                    <a:pt x="4182" y="313"/>
                  </a:lnTo>
                  <a:lnTo>
                    <a:pt x="4183" y="312"/>
                  </a:lnTo>
                  <a:lnTo>
                    <a:pt x="4185" y="311"/>
                  </a:lnTo>
                  <a:lnTo>
                    <a:pt x="4186" y="309"/>
                  </a:lnTo>
                  <a:lnTo>
                    <a:pt x="4188" y="308"/>
                  </a:lnTo>
                  <a:lnTo>
                    <a:pt x="4189" y="307"/>
                  </a:lnTo>
                  <a:lnTo>
                    <a:pt x="4191" y="305"/>
                  </a:lnTo>
                  <a:lnTo>
                    <a:pt x="4192" y="304"/>
                  </a:lnTo>
                  <a:lnTo>
                    <a:pt x="4193" y="303"/>
                  </a:lnTo>
                  <a:lnTo>
                    <a:pt x="4195" y="301"/>
                  </a:lnTo>
                  <a:lnTo>
                    <a:pt x="4196" y="300"/>
                  </a:lnTo>
                  <a:lnTo>
                    <a:pt x="4198" y="299"/>
                  </a:lnTo>
                  <a:lnTo>
                    <a:pt x="4199" y="298"/>
                  </a:lnTo>
                  <a:lnTo>
                    <a:pt x="4201" y="296"/>
                  </a:lnTo>
                  <a:lnTo>
                    <a:pt x="4202" y="295"/>
                  </a:lnTo>
                  <a:lnTo>
                    <a:pt x="4203" y="294"/>
                  </a:lnTo>
                  <a:lnTo>
                    <a:pt x="4205" y="292"/>
                  </a:lnTo>
                  <a:lnTo>
                    <a:pt x="4206" y="291"/>
                  </a:lnTo>
                  <a:lnTo>
                    <a:pt x="4208" y="290"/>
                  </a:lnTo>
                  <a:lnTo>
                    <a:pt x="4209" y="289"/>
                  </a:lnTo>
                  <a:lnTo>
                    <a:pt x="4210" y="287"/>
                  </a:lnTo>
                  <a:lnTo>
                    <a:pt x="4212" y="286"/>
                  </a:lnTo>
                  <a:lnTo>
                    <a:pt x="4213" y="285"/>
                  </a:lnTo>
                  <a:lnTo>
                    <a:pt x="4215" y="284"/>
                  </a:lnTo>
                  <a:lnTo>
                    <a:pt x="4216" y="282"/>
                  </a:lnTo>
                  <a:lnTo>
                    <a:pt x="4217" y="281"/>
                  </a:lnTo>
                  <a:lnTo>
                    <a:pt x="4219" y="280"/>
                  </a:lnTo>
                  <a:lnTo>
                    <a:pt x="4220" y="279"/>
                  </a:lnTo>
                  <a:lnTo>
                    <a:pt x="4222" y="277"/>
                  </a:lnTo>
                  <a:lnTo>
                    <a:pt x="4223" y="276"/>
                  </a:lnTo>
                  <a:lnTo>
                    <a:pt x="4224" y="275"/>
                  </a:lnTo>
                  <a:lnTo>
                    <a:pt x="4226" y="274"/>
                  </a:lnTo>
                  <a:lnTo>
                    <a:pt x="4227" y="273"/>
                  </a:lnTo>
                  <a:lnTo>
                    <a:pt x="4228" y="271"/>
                  </a:lnTo>
                  <a:lnTo>
                    <a:pt x="4230" y="270"/>
                  </a:lnTo>
                  <a:lnTo>
                    <a:pt x="4231" y="269"/>
                  </a:lnTo>
                  <a:lnTo>
                    <a:pt x="4232" y="268"/>
                  </a:lnTo>
                  <a:lnTo>
                    <a:pt x="4234" y="267"/>
                  </a:lnTo>
                  <a:lnTo>
                    <a:pt x="4235" y="265"/>
                  </a:lnTo>
                  <a:lnTo>
                    <a:pt x="4237" y="264"/>
                  </a:lnTo>
                  <a:lnTo>
                    <a:pt x="4238" y="263"/>
                  </a:lnTo>
                  <a:lnTo>
                    <a:pt x="4239" y="262"/>
                  </a:lnTo>
                  <a:lnTo>
                    <a:pt x="4241" y="261"/>
                  </a:lnTo>
                  <a:lnTo>
                    <a:pt x="4242" y="260"/>
                  </a:lnTo>
                  <a:lnTo>
                    <a:pt x="4243" y="258"/>
                  </a:lnTo>
                  <a:lnTo>
                    <a:pt x="4245" y="257"/>
                  </a:lnTo>
                  <a:lnTo>
                    <a:pt x="4246" y="256"/>
                  </a:lnTo>
                  <a:lnTo>
                    <a:pt x="4247" y="255"/>
                  </a:lnTo>
                  <a:lnTo>
                    <a:pt x="4248" y="254"/>
                  </a:lnTo>
                  <a:lnTo>
                    <a:pt x="4250" y="253"/>
                  </a:lnTo>
                  <a:lnTo>
                    <a:pt x="4251" y="252"/>
                  </a:lnTo>
                  <a:lnTo>
                    <a:pt x="4252" y="250"/>
                  </a:lnTo>
                  <a:lnTo>
                    <a:pt x="4254" y="249"/>
                  </a:lnTo>
                  <a:lnTo>
                    <a:pt x="4255" y="248"/>
                  </a:lnTo>
                  <a:lnTo>
                    <a:pt x="4256" y="247"/>
                  </a:lnTo>
                  <a:lnTo>
                    <a:pt x="4258" y="246"/>
                  </a:lnTo>
                  <a:lnTo>
                    <a:pt x="4259" y="245"/>
                  </a:lnTo>
                  <a:lnTo>
                    <a:pt x="4260" y="244"/>
                  </a:lnTo>
                  <a:lnTo>
                    <a:pt x="4262" y="243"/>
                  </a:lnTo>
                  <a:lnTo>
                    <a:pt x="4263" y="241"/>
                  </a:lnTo>
                  <a:lnTo>
                    <a:pt x="4264" y="240"/>
                  </a:lnTo>
                  <a:lnTo>
                    <a:pt x="4265" y="239"/>
                  </a:lnTo>
                  <a:lnTo>
                    <a:pt x="4267" y="238"/>
                  </a:lnTo>
                  <a:lnTo>
                    <a:pt x="4268" y="237"/>
                  </a:lnTo>
                  <a:lnTo>
                    <a:pt x="4269" y="236"/>
                  </a:lnTo>
                  <a:lnTo>
                    <a:pt x="4271" y="235"/>
                  </a:lnTo>
                  <a:lnTo>
                    <a:pt x="4272" y="234"/>
                  </a:lnTo>
                  <a:lnTo>
                    <a:pt x="4273" y="233"/>
                  </a:lnTo>
                  <a:lnTo>
                    <a:pt x="4274" y="232"/>
                  </a:lnTo>
                  <a:lnTo>
                    <a:pt x="4276" y="231"/>
                  </a:lnTo>
                  <a:lnTo>
                    <a:pt x="4277" y="230"/>
                  </a:lnTo>
                  <a:lnTo>
                    <a:pt x="4278" y="229"/>
                  </a:lnTo>
                  <a:lnTo>
                    <a:pt x="4279" y="228"/>
                  </a:lnTo>
                  <a:lnTo>
                    <a:pt x="4281" y="226"/>
                  </a:lnTo>
                  <a:lnTo>
                    <a:pt x="4282" y="225"/>
                  </a:lnTo>
                  <a:lnTo>
                    <a:pt x="4283" y="224"/>
                  </a:lnTo>
                  <a:lnTo>
                    <a:pt x="4285" y="223"/>
                  </a:lnTo>
                  <a:lnTo>
                    <a:pt x="4286" y="222"/>
                  </a:lnTo>
                  <a:lnTo>
                    <a:pt x="4287" y="221"/>
                  </a:lnTo>
                  <a:lnTo>
                    <a:pt x="4288" y="220"/>
                  </a:lnTo>
                  <a:lnTo>
                    <a:pt x="4290" y="219"/>
                  </a:lnTo>
                  <a:lnTo>
                    <a:pt x="4291" y="218"/>
                  </a:lnTo>
                  <a:lnTo>
                    <a:pt x="4292" y="217"/>
                  </a:lnTo>
                  <a:lnTo>
                    <a:pt x="4293" y="216"/>
                  </a:lnTo>
                  <a:lnTo>
                    <a:pt x="4294" y="215"/>
                  </a:lnTo>
                  <a:lnTo>
                    <a:pt x="4296" y="214"/>
                  </a:lnTo>
                  <a:lnTo>
                    <a:pt x="4297" y="213"/>
                  </a:lnTo>
                  <a:lnTo>
                    <a:pt x="4298" y="212"/>
                  </a:lnTo>
                  <a:lnTo>
                    <a:pt x="4299" y="211"/>
                  </a:lnTo>
                  <a:lnTo>
                    <a:pt x="4301" y="210"/>
                  </a:lnTo>
                  <a:lnTo>
                    <a:pt x="4302" y="209"/>
                  </a:lnTo>
                  <a:lnTo>
                    <a:pt x="4303" y="208"/>
                  </a:lnTo>
                  <a:lnTo>
                    <a:pt x="4304" y="207"/>
                  </a:lnTo>
                  <a:lnTo>
                    <a:pt x="4305" y="206"/>
                  </a:lnTo>
                  <a:lnTo>
                    <a:pt x="4307" y="205"/>
                  </a:lnTo>
                  <a:lnTo>
                    <a:pt x="4308" y="204"/>
                  </a:lnTo>
                  <a:lnTo>
                    <a:pt x="4309" y="203"/>
                  </a:lnTo>
                  <a:lnTo>
                    <a:pt x="4310" y="202"/>
                  </a:lnTo>
                  <a:lnTo>
                    <a:pt x="4312" y="201"/>
                  </a:lnTo>
                  <a:lnTo>
                    <a:pt x="4313" y="200"/>
                  </a:lnTo>
                  <a:lnTo>
                    <a:pt x="4314" y="199"/>
                  </a:lnTo>
                  <a:lnTo>
                    <a:pt x="4315" y="198"/>
                  </a:lnTo>
                  <a:lnTo>
                    <a:pt x="4316" y="198"/>
                  </a:lnTo>
                  <a:lnTo>
                    <a:pt x="4318" y="197"/>
                  </a:lnTo>
                  <a:lnTo>
                    <a:pt x="4319" y="196"/>
                  </a:lnTo>
                  <a:lnTo>
                    <a:pt x="4320" y="195"/>
                  </a:lnTo>
                  <a:lnTo>
                    <a:pt x="4321" y="194"/>
                  </a:lnTo>
                  <a:lnTo>
                    <a:pt x="4322" y="193"/>
                  </a:lnTo>
                  <a:lnTo>
                    <a:pt x="4323" y="192"/>
                  </a:lnTo>
                  <a:lnTo>
                    <a:pt x="4325" y="191"/>
                  </a:lnTo>
                  <a:lnTo>
                    <a:pt x="4326" y="190"/>
                  </a:lnTo>
                  <a:lnTo>
                    <a:pt x="4327" y="189"/>
                  </a:lnTo>
                  <a:lnTo>
                    <a:pt x="4328" y="188"/>
                  </a:lnTo>
                  <a:lnTo>
                    <a:pt x="4329" y="187"/>
                  </a:lnTo>
                  <a:lnTo>
                    <a:pt x="4331" y="186"/>
                  </a:lnTo>
                  <a:lnTo>
                    <a:pt x="4332" y="185"/>
                  </a:lnTo>
                  <a:lnTo>
                    <a:pt x="4333" y="185"/>
                  </a:lnTo>
                  <a:lnTo>
                    <a:pt x="4334" y="184"/>
                  </a:lnTo>
                  <a:lnTo>
                    <a:pt x="4335" y="183"/>
                  </a:lnTo>
                  <a:lnTo>
                    <a:pt x="4336" y="182"/>
                  </a:lnTo>
                  <a:lnTo>
                    <a:pt x="4338" y="181"/>
                  </a:lnTo>
                  <a:lnTo>
                    <a:pt x="4339" y="180"/>
                  </a:lnTo>
                  <a:lnTo>
                    <a:pt x="4340" y="179"/>
                  </a:lnTo>
                  <a:lnTo>
                    <a:pt x="4341" y="178"/>
                  </a:lnTo>
                  <a:lnTo>
                    <a:pt x="4342" y="177"/>
                  </a:lnTo>
                  <a:lnTo>
                    <a:pt x="4343" y="176"/>
                  </a:lnTo>
                  <a:lnTo>
                    <a:pt x="4344" y="176"/>
                  </a:lnTo>
                  <a:lnTo>
                    <a:pt x="4346" y="175"/>
                  </a:lnTo>
                  <a:lnTo>
                    <a:pt x="4347" y="174"/>
                  </a:lnTo>
                  <a:lnTo>
                    <a:pt x="4348" y="173"/>
                  </a:lnTo>
                  <a:lnTo>
                    <a:pt x="4349" y="172"/>
                  </a:lnTo>
                  <a:lnTo>
                    <a:pt x="4350" y="171"/>
                  </a:lnTo>
                  <a:lnTo>
                    <a:pt x="4351" y="170"/>
                  </a:lnTo>
                  <a:lnTo>
                    <a:pt x="4352" y="170"/>
                  </a:lnTo>
                  <a:lnTo>
                    <a:pt x="4354" y="169"/>
                  </a:lnTo>
                  <a:lnTo>
                    <a:pt x="4355" y="168"/>
                  </a:lnTo>
                  <a:lnTo>
                    <a:pt x="4356" y="167"/>
                  </a:lnTo>
                  <a:lnTo>
                    <a:pt x="4357" y="166"/>
                  </a:lnTo>
                  <a:lnTo>
                    <a:pt x="4358" y="165"/>
                  </a:lnTo>
                  <a:lnTo>
                    <a:pt x="4359" y="164"/>
                  </a:lnTo>
                  <a:lnTo>
                    <a:pt x="4360" y="164"/>
                  </a:lnTo>
                  <a:lnTo>
                    <a:pt x="4361" y="163"/>
                  </a:lnTo>
                  <a:lnTo>
                    <a:pt x="4363" y="162"/>
                  </a:lnTo>
                  <a:lnTo>
                    <a:pt x="4364" y="161"/>
                  </a:lnTo>
                  <a:lnTo>
                    <a:pt x="4365" y="160"/>
                  </a:lnTo>
                  <a:lnTo>
                    <a:pt x="4366" y="160"/>
                  </a:lnTo>
                  <a:lnTo>
                    <a:pt x="4367" y="159"/>
                  </a:lnTo>
                  <a:lnTo>
                    <a:pt x="4368" y="158"/>
                  </a:lnTo>
                  <a:lnTo>
                    <a:pt x="4369" y="157"/>
                  </a:lnTo>
                  <a:lnTo>
                    <a:pt x="4370" y="156"/>
                  </a:lnTo>
                  <a:lnTo>
                    <a:pt x="4371" y="155"/>
                  </a:lnTo>
                  <a:lnTo>
                    <a:pt x="4373" y="155"/>
                  </a:lnTo>
                  <a:lnTo>
                    <a:pt x="4374" y="154"/>
                  </a:lnTo>
                  <a:lnTo>
                    <a:pt x="4375" y="153"/>
                  </a:lnTo>
                  <a:lnTo>
                    <a:pt x="4376" y="152"/>
                  </a:lnTo>
                  <a:lnTo>
                    <a:pt x="4377" y="151"/>
                  </a:lnTo>
                  <a:lnTo>
                    <a:pt x="4378" y="151"/>
                  </a:lnTo>
                  <a:lnTo>
                    <a:pt x="4379" y="150"/>
                  </a:lnTo>
                  <a:lnTo>
                    <a:pt x="4380" y="149"/>
                  </a:lnTo>
                  <a:lnTo>
                    <a:pt x="4381" y="148"/>
                  </a:lnTo>
                  <a:lnTo>
                    <a:pt x="4382" y="148"/>
                  </a:lnTo>
                  <a:lnTo>
                    <a:pt x="4383" y="147"/>
                  </a:lnTo>
                  <a:lnTo>
                    <a:pt x="4385" y="146"/>
                  </a:lnTo>
                  <a:lnTo>
                    <a:pt x="4386" y="145"/>
                  </a:lnTo>
                  <a:lnTo>
                    <a:pt x="4387" y="144"/>
                  </a:lnTo>
                  <a:lnTo>
                    <a:pt x="4388" y="144"/>
                  </a:lnTo>
                  <a:lnTo>
                    <a:pt x="4389" y="143"/>
                  </a:lnTo>
                  <a:lnTo>
                    <a:pt x="4390" y="142"/>
                  </a:lnTo>
                  <a:lnTo>
                    <a:pt x="4391" y="141"/>
                  </a:lnTo>
                  <a:lnTo>
                    <a:pt x="4392" y="140"/>
                  </a:lnTo>
                  <a:lnTo>
                    <a:pt x="4393" y="140"/>
                  </a:lnTo>
                  <a:lnTo>
                    <a:pt x="4394" y="139"/>
                  </a:lnTo>
                  <a:lnTo>
                    <a:pt x="4395" y="138"/>
                  </a:lnTo>
                  <a:lnTo>
                    <a:pt x="4396" y="137"/>
                  </a:lnTo>
                  <a:lnTo>
                    <a:pt x="4397" y="136"/>
                  </a:lnTo>
                  <a:lnTo>
                    <a:pt x="4398" y="136"/>
                  </a:lnTo>
                  <a:lnTo>
                    <a:pt x="4400" y="135"/>
                  </a:lnTo>
                  <a:lnTo>
                    <a:pt x="4401" y="134"/>
                  </a:lnTo>
                  <a:lnTo>
                    <a:pt x="4402" y="133"/>
                  </a:lnTo>
                  <a:lnTo>
                    <a:pt x="4403" y="133"/>
                  </a:lnTo>
                  <a:lnTo>
                    <a:pt x="4404" y="132"/>
                  </a:lnTo>
                  <a:lnTo>
                    <a:pt x="4405" y="131"/>
                  </a:lnTo>
                  <a:lnTo>
                    <a:pt x="4406" y="130"/>
                  </a:lnTo>
                  <a:lnTo>
                    <a:pt x="4407" y="130"/>
                  </a:lnTo>
                  <a:lnTo>
                    <a:pt x="4408" y="129"/>
                  </a:lnTo>
                  <a:lnTo>
                    <a:pt x="4409" y="128"/>
                  </a:lnTo>
                  <a:lnTo>
                    <a:pt x="4410" y="127"/>
                  </a:lnTo>
                  <a:lnTo>
                    <a:pt x="4411" y="127"/>
                  </a:lnTo>
                  <a:lnTo>
                    <a:pt x="4412" y="126"/>
                  </a:lnTo>
                  <a:lnTo>
                    <a:pt x="4413" y="125"/>
                  </a:lnTo>
                  <a:lnTo>
                    <a:pt x="4414" y="124"/>
                  </a:lnTo>
                  <a:lnTo>
                    <a:pt x="4415" y="124"/>
                  </a:lnTo>
                  <a:lnTo>
                    <a:pt x="4416" y="123"/>
                  </a:lnTo>
                  <a:lnTo>
                    <a:pt x="4417" y="122"/>
                  </a:lnTo>
                  <a:lnTo>
                    <a:pt x="4418" y="121"/>
                  </a:lnTo>
                  <a:lnTo>
                    <a:pt x="4419" y="121"/>
                  </a:lnTo>
                  <a:lnTo>
                    <a:pt x="4420" y="120"/>
                  </a:lnTo>
                  <a:lnTo>
                    <a:pt x="4421" y="119"/>
                  </a:lnTo>
                  <a:lnTo>
                    <a:pt x="4422" y="119"/>
                  </a:lnTo>
                  <a:lnTo>
                    <a:pt x="4423" y="118"/>
                  </a:lnTo>
                  <a:lnTo>
                    <a:pt x="4424" y="117"/>
                  </a:lnTo>
                  <a:lnTo>
                    <a:pt x="4425" y="116"/>
                  </a:lnTo>
                  <a:lnTo>
                    <a:pt x="4427" y="116"/>
                  </a:lnTo>
                  <a:lnTo>
                    <a:pt x="4428" y="115"/>
                  </a:lnTo>
                  <a:lnTo>
                    <a:pt x="4429" y="114"/>
                  </a:lnTo>
                  <a:lnTo>
                    <a:pt x="4430" y="114"/>
                  </a:lnTo>
                  <a:lnTo>
                    <a:pt x="4431" y="113"/>
                  </a:lnTo>
                  <a:lnTo>
                    <a:pt x="4432" y="112"/>
                  </a:lnTo>
                  <a:lnTo>
                    <a:pt x="4433" y="112"/>
                  </a:lnTo>
                  <a:lnTo>
                    <a:pt x="4434" y="111"/>
                  </a:lnTo>
                  <a:lnTo>
                    <a:pt x="4435" y="110"/>
                  </a:lnTo>
                  <a:lnTo>
                    <a:pt x="4436" y="110"/>
                  </a:lnTo>
                  <a:lnTo>
                    <a:pt x="4437" y="109"/>
                  </a:lnTo>
                  <a:lnTo>
                    <a:pt x="4438" y="108"/>
                  </a:lnTo>
                  <a:lnTo>
                    <a:pt x="4439" y="108"/>
                  </a:lnTo>
                  <a:lnTo>
                    <a:pt x="4440" y="107"/>
                  </a:lnTo>
                  <a:lnTo>
                    <a:pt x="4441" y="106"/>
                  </a:lnTo>
                  <a:lnTo>
                    <a:pt x="4442" y="106"/>
                  </a:lnTo>
                  <a:lnTo>
                    <a:pt x="4443" y="105"/>
                  </a:lnTo>
                  <a:lnTo>
                    <a:pt x="4444" y="104"/>
                  </a:lnTo>
                  <a:lnTo>
                    <a:pt x="4445" y="104"/>
                  </a:lnTo>
                  <a:lnTo>
                    <a:pt x="4446" y="103"/>
                  </a:lnTo>
                  <a:lnTo>
                    <a:pt x="4447" y="102"/>
                  </a:lnTo>
                  <a:lnTo>
                    <a:pt x="4448" y="102"/>
                  </a:lnTo>
                  <a:lnTo>
                    <a:pt x="4449" y="101"/>
                  </a:lnTo>
                  <a:lnTo>
                    <a:pt x="4449" y="100"/>
                  </a:lnTo>
                  <a:lnTo>
                    <a:pt x="4450" y="100"/>
                  </a:lnTo>
                  <a:lnTo>
                    <a:pt x="4451" y="99"/>
                  </a:lnTo>
                  <a:lnTo>
                    <a:pt x="4452" y="98"/>
                  </a:lnTo>
                  <a:lnTo>
                    <a:pt x="4453" y="98"/>
                  </a:lnTo>
                  <a:lnTo>
                    <a:pt x="4454" y="97"/>
                  </a:lnTo>
                  <a:lnTo>
                    <a:pt x="4455" y="97"/>
                  </a:lnTo>
                  <a:lnTo>
                    <a:pt x="4456" y="96"/>
                  </a:lnTo>
                  <a:lnTo>
                    <a:pt x="4457" y="95"/>
                  </a:lnTo>
                  <a:lnTo>
                    <a:pt x="4458" y="95"/>
                  </a:lnTo>
                  <a:lnTo>
                    <a:pt x="4459" y="94"/>
                  </a:lnTo>
                  <a:lnTo>
                    <a:pt x="4460" y="94"/>
                  </a:lnTo>
                  <a:lnTo>
                    <a:pt x="4461" y="93"/>
                  </a:lnTo>
                  <a:lnTo>
                    <a:pt x="4462" y="92"/>
                  </a:lnTo>
                  <a:lnTo>
                    <a:pt x="4463" y="92"/>
                  </a:lnTo>
                  <a:lnTo>
                    <a:pt x="4464" y="91"/>
                  </a:lnTo>
                  <a:lnTo>
                    <a:pt x="4465" y="90"/>
                  </a:lnTo>
                  <a:lnTo>
                    <a:pt x="4466" y="90"/>
                  </a:lnTo>
                  <a:lnTo>
                    <a:pt x="4467" y="89"/>
                  </a:lnTo>
                  <a:lnTo>
                    <a:pt x="4468" y="89"/>
                  </a:lnTo>
                  <a:lnTo>
                    <a:pt x="4469" y="88"/>
                  </a:lnTo>
                  <a:lnTo>
                    <a:pt x="4470" y="87"/>
                  </a:lnTo>
                  <a:lnTo>
                    <a:pt x="4471" y="87"/>
                  </a:lnTo>
                  <a:lnTo>
                    <a:pt x="4472" y="86"/>
                  </a:lnTo>
                  <a:lnTo>
                    <a:pt x="4473" y="86"/>
                  </a:lnTo>
                  <a:lnTo>
                    <a:pt x="4474" y="85"/>
                  </a:lnTo>
                  <a:lnTo>
                    <a:pt x="4475" y="85"/>
                  </a:lnTo>
                  <a:lnTo>
                    <a:pt x="4476" y="84"/>
                  </a:lnTo>
                  <a:lnTo>
                    <a:pt x="4476" y="83"/>
                  </a:lnTo>
                  <a:lnTo>
                    <a:pt x="4477" y="83"/>
                  </a:lnTo>
                  <a:lnTo>
                    <a:pt x="4478" y="82"/>
                  </a:lnTo>
                  <a:lnTo>
                    <a:pt x="4479" y="82"/>
                  </a:lnTo>
                  <a:lnTo>
                    <a:pt x="4480" y="81"/>
                  </a:lnTo>
                  <a:lnTo>
                    <a:pt x="4481" y="81"/>
                  </a:lnTo>
                  <a:lnTo>
                    <a:pt x="4482" y="80"/>
                  </a:lnTo>
                  <a:lnTo>
                    <a:pt x="4483" y="79"/>
                  </a:lnTo>
                  <a:lnTo>
                    <a:pt x="4484" y="79"/>
                  </a:lnTo>
                  <a:lnTo>
                    <a:pt x="4485" y="78"/>
                  </a:lnTo>
                  <a:lnTo>
                    <a:pt x="4486" y="78"/>
                  </a:lnTo>
                  <a:lnTo>
                    <a:pt x="4487" y="77"/>
                  </a:lnTo>
                  <a:lnTo>
                    <a:pt x="4488" y="77"/>
                  </a:lnTo>
                  <a:lnTo>
                    <a:pt x="4489" y="76"/>
                  </a:lnTo>
                  <a:lnTo>
                    <a:pt x="4490" y="76"/>
                  </a:lnTo>
                  <a:lnTo>
                    <a:pt x="4491" y="75"/>
                  </a:lnTo>
                  <a:lnTo>
                    <a:pt x="4491" y="75"/>
                  </a:lnTo>
                  <a:lnTo>
                    <a:pt x="4492" y="74"/>
                  </a:lnTo>
                  <a:lnTo>
                    <a:pt x="4493" y="74"/>
                  </a:lnTo>
                  <a:lnTo>
                    <a:pt x="4494" y="73"/>
                  </a:lnTo>
                  <a:lnTo>
                    <a:pt x="4495" y="72"/>
                  </a:lnTo>
                  <a:lnTo>
                    <a:pt x="4496" y="72"/>
                  </a:lnTo>
                  <a:lnTo>
                    <a:pt x="4497" y="71"/>
                  </a:lnTo>
                  <a:lnTo>
                    <a:pt x="4498" y="71"/>
                  </a:lnTo>
                  <a:lnTo>
                    <a:pt x="4499" y="70"/>
                  </a:lnTo>
                  <a:lnTo>
                    <a:pt x="4500" y="70"/>
                  </a:lnTo>
                  <a:lnTo>
                    <a:pt x="4501" y="69"/>
                  </a:lnTo>
                  <a:lnTo>
                    <a:pt x="4502" y="69"/>
                  </a:lnTo>
                  <a:lnTo>
                    <a:pt x="4502" y="68"/>
                  </a:lnTo>
                  <a:lnTo>
                    <a:pt x="4503" y="68"/>
                  </a:lnTo>
                  <a:lnTo>
                    <a:pt x="4504" y="67"/>
                  </a:lnTo>
                  <a:lnTo>
                    <a:pt x="4505" y="67"/>
                  </a:lnTo>
                  <a:lnTo>
                    <a:pt x="4506" y="66"/>
                  </a:lnTo>
                  <a:lnTo>
                    <a:pt x="4507" y="66"/>
                  </a:lnTo>
                  <a:lnTo>
                    <a:pt x="4508" y="65"/>
                  </a:lnTo>
                  <a:lnTo>
                    <a:pt x="4509" y="65"/>
                  </a:lnTo>
                  <a:lnTo>
                    <a:pt x="4510" y="64"/>
                  </a:lnTo>
                  <a:lnTo>
                    <a:pt x="4511" y="64"/>
                  </a:lnTo>
                  <a:lnTo>
                    <a:pt x="4511" y="63"/>
                  </a:lnTo>
                  <a:lnTo>
                    <a:pt x="4512" y="63"/>
                  </a:lnTo>
                  <a:lnTo>
                    <a:pt x="4513" y="62"/>
                  </a:lnTo>
                  <a:lnTo>
                    <a:pt x="4514" y="62"/>
                  </a:lnTo>
                  <a:lnTo>
                    <a:pt x="4515" y="61"/>
                  </a:lnTo>
                  <a:lnTo>
                    <a:pt x="4516" y="61"/>
                  </a:lnTo>
                  <a:lnTo>
                    <a:pt x="4517" y="60"/>
                  </a:lnTo>
                  <a:lnTo>
                    <a:pt x="4518" y="60"/>
                  </a:lnTo>
                  <a:lnTo>
                    <a:pt x="4519" y="60"/>
                  </a:lnTo>
                  <a:lnTo>
                    <a:pt x="4520" y="59"/>
                  </a:lnTo>
                  <a:lnTo>
                    <a:pt x="4520" y="59"/>
                  </a:lnTo>
                  <a:lnTo>
                    <a:pt x="4521" y="58"/>
                  </a:lnTo>
                  <a:lnTo>
                    <a:pt x="4522" y="58"/>
                  </a:lnTo>
                  <a:lnTo>
                    <a:pt x="4523" y="57"/>
                  </a:lnTo>
                  <a:lnTo>
                    <a:pt x="4524" y="57"/>
                  </a:lnTo>
                  <a:lnTo>
                    <a:pt x="4525" y="56"/>
                  </a:lnTo>
                  <a:lnTo>
                    <a:pt x="4526" y="56"/>
                  </a:lnTo>
                  <a:lnTo>
                    <a:pt x="4527" y="55"/>
                  </a:lnTo>
                  <a:lnTo>
                    <a:pt x="4527" y="55"/>
                  </a:lnTo>
                  <a:lnTo>
                    <a:pt x="4528" y="54"/>
                  </a:lnTo>
                  <a:lnTo>
                    <a:pt x="4529" y="54"/>
                  </a:lnTo>
                  <a:lnTo>
                    <a:pt x="4530" y="54"/>
                  </a:lnTo>
                  <a:lnTo>
                    <a:pt x="4531" y="53"/>
                  </a:lnTo>
                  <a:lnTo>
                    <a:pt x="4532" y="53"/>
                  </a:lnTo>
                  <a:lnTo>
                    <a:pt x="4533" y="52"/>
                  </a:lnTo>
                  <a:lnTo>
                    <a:pt x="4534" y="52"/>
                  </a:lnTo>
                  <a:lnTo>
                    <a:pt x="4534" y="51"/>
                  </a:lnTo>
                  <a:lnTo>
                    <a:pt x="4535" y="51"/>
                  </a:lnTo>
                  <a:lnTo>
                    <a:pt x="4536" y="51"/>
                  </a:lnTo>
                  <a:lnTo>
                    <a:pt x="4537" y="50"/>
                  </a:lnTo>
                  <a:lnTo>
                    <a:pt x="4538" y="50"/>
                  </a:lnTo>
                  <a:lnTo>
                    <a:pt x="4539" y="49"/>
                  </a:lnTo>
                  <a:lnTo>
                    <a:pt x="4540" y="49"/>
                  </a:lnTo>
                  <a:lnTo>
                    <a:pt x="4540" y="48"/>
                  </a:lnTo>
                  <a:lnTo>
                    <a:pt x="4541" y="48"/>
                  </a:lnTo>
                  <a:lnTo>
                    <a:pt x="4542" y="48"/>
                  </a:lnTo>
                  <a:lnTo>
                    <a:pt x="4543" y="47"/>
                  </a:lnTo>
                  <a:lnTo>
                    <a:pt x="4544" y="47"/>
                  </a:lnTo>
                  <a:lnTo>
                    <a:pt x="4545" y="46"/>
                  </a:lnTo>
                  <a:lnTo>
                    <a:pt x="4546" y="46"/>
                  </a:lnTo>
                  <a:lnTo>
                    <a:pt x="4546" y="46"/>
                  </a:lnTo>
                  <a:lnTo>
                    <a:pt x="4547" y="45"/>
                  </a:lnTo>
                  <a:lnTo>
                    <a:pt x="4548" y="45"/>
                  </a:lnTo>
                  <a:lnTo>
                    <a:pt x="4549" y="44"/>
                  </a:lnTo>
                  <a:lnTo>
                    <a:pt x="4550" y="44"/>
                  </a:lnTo>
                  <a:lnTo>
                    <a:pt x="4551" y="44"/>
                  </a:lnTo>
                  <a:lnTo>
                    <a:pt x="4552" y="43"/>
                  </a:lnTo>
                  <a:lnTo>
                    <a:pt x="4552" y="43"/>
                  </a:lnTo>
                  <a:lnTo>
                    <a:pt x="4553" y="42"/>
                  </a:lnTo>
                  <a:lnTo>
                    <a:pt x="4554" y="42"/>
                  </a:lnTo>
                  <a:lnTo>
                    <a:pt x="4555" y="42"/>
                  </a:lnTo>
                  <a:lnTo>
                    <a:pt x="4556" y="41"/>
                  </a:lnTo>
                  <a:lnTo>
                    <a:pt x="4557" y="41"/>
                  </a:lnTo>
                  <a:lnTo>
                    <a:pt x="4557" y="40"/>
                  </a:lnTo>
                  <a:lnTo>
                    <a:pt x="4558" y="40"/>
                  </a:lnTo>
                  <a:lnTo>
                    <a:pt x="4559" y="40"/>
                  </a:lnTo>
                  <a:lnTo>
                    <a:pt x="4560" y="39"/>
                  </a:lnTo>
                  <a:lnTo>
                    <a:pt x="4561" y="39"/>
                  </a:lnTo>
                  <a:lnTo>
                    <a:pt x="4562" y="39"/>
                  </a:lnTo>
                  <a:lnTo>
                    <a:pt x="4562" y="38"/>
                  </a:lnTo>
                  <a:lnTo>
                    <a:pt x="4563" y="38"/>
                  </a:lnTo>
                  <a:lnTo>
                    <a:pt x="4564" y="37"/>
                  </a:lnTo>
                  <a:lnTo>
                    <a:pt x="4565" y="37"/>
                  </a:lnTo>
                  <a:lnTo>
                    <a:pt x="4566" y="37"/>
                  </a:lnTo>
                  <a:lnTo>
                    <a:pt x="4567" y="36"/>
                  </a:lnTo>
                  <a:lnTo>
                    <a:pt x="4567" y="36"/>
                  </a:lnTo>
                  <a:lnTo>
                    <a:pt x="4568" y="36"/>
                  </a:lnTo>
                  <a:lnTo>
                    <a:pt x="4569" y="35"/>
                  </a:lnTo>
                  <a:lnTo>
                    <a:pt x="4570" y="35"/>
                  </a:lnTo>
                  <a:lnTo>
                    <a:pt x="4571" y="35"/>
                  </a:lnTo>
                  <a:lnTo>
                    <a:pt x="4572" y="34"/>
                  </a:lnTo>
                  <a:lnTo>
                    <a:pt x="4572" y="34"/>
                  </a:lnTo>
                  <a:lnTo>
                    <a:pt x="4573" y="34"/>
                  </a:lnTo>
                  <a:lnTo>
                    <a:pt x="4574" y="33"/>
                  </a:lnTo>
                  <a:lnTo>
                    <a:pt x="4575" y="33"/>
                  </a:lnTo>
                  <a:lnTo>
                    <a:pt x="4576" y="32"/>
                  </a:lnTo>
                  <a:lnTo>
                    <a:pt x="4576" y="32"/>
                  </a:lnTo>
                  <a:lnTo>
                    <a:pt x="4577" y="32"/>
                  </a:lnTo>
                  <a:lnTo>
                    <a:pt x="4578" y="31"/>
                  </a:lnTo>
                  <a:lnTo>
                    <a:pt x="4579" y="31"/>
                  </a:lnTo>
                  <a:lnTo>
                    <a:pt x="4580" y="31"/>
                  </a:lnTo>
                  <a:lnTo>
                    <a:pt x="4581" y="30"/>
                  </a:lnTo>
                  <a:lnTo>
                    <a:pt x="4581" y="30"/>
                  </a:lnTo>
                  <a:lnTo>
                    <a:pt x="4582" y="30"/>
                  </a:lnTo>
                  <a:lnTo>
                    <a:pt x="4583" y="29"/>
                  </a:lnTo>
                  <a:lnTo>
                    <a:pt x="4584" y="29"/>
                  </a:lnTo>
                  <a:lnTo>
                    <a:pt x="4585" y="29"/>
                  </a:lnTo>
                  <a:lnTo>
                    <a:pt x="4585" y="29"/>
                  </a:lnTo>
                  <a:lnTo>
                    <a:pt x="4586" y="28"/>
                  </a:lnTo>
                  <a:lnTo>
                    <a:pt x="4587" y="28"/>
                  </a:lnTo>
                  <a:lnTo>
                    <a:pt x="4588" y="28"/>
                  </a:lnTo>
                  <a:lnTo>
                    <a:pt x="4589" y="27"/>
                  </a:lnTo>
                  <a:lnTo>
                    <a:pt x="4589" y="27"/>
                  </a:lnTo>
                  <a:lnTo>
                    <a:pt x="4590" y="27"/>
                  </a:lnTo>
                  <a:lnTo>
                    <a:pt x="4591" y="26"/>
                  </a:lnTo>
                  <a:lnTo>
                    <a:pt x="4592" y="26"/>
                  </a:lnTo>
                  <a:lnTo>
                    <a:pt x="4593" y="26"/>
                  </a:lnTo>
                  <a:lnTo>
                    <a:pt x="4593" y="25"/>
                  </a:lnTo>
                  <a:lnTo>
                    <a:pt x="4594" y="25"/>
                  </a:lnTo>
                  <a:lnTo>
                    <a:pt x="4595" y="25"/>
                  </a:lnTo>
                  <a:lnTo>
                    <a:pt x="4596" y="25"/>
                  </a:lnTo>
                  <a:lnTo>
                    <a:pt x="4597" y="24"/>
                  </a:lnTo>
                  <a:lnTo>
                    <a:pt x="4597" y="24"/>
                  </a:lnTo>
                  <a:lnTo>
                    <a:pt x="4598" y="24"/>
                  </a:lnTo>
                  <a:lnTo>
                    <a:pt x="4599" y="23"/>
                  </a:lnTo>
                  <a:lnTo>
                    <a:pt x="4600" y="23"/>
                  </a:lnTo>
                  <a:lnTo>
                    <a:pt x="4601" y="23"/>
                  </a:lnTo>
                  <a:lnTo>
                    <a:pt x="4601" y="22"/>
                  </a:lnTo>
                  <a:lnTo>
                    <a:pt x="4602" y="22"/>
                  </a:lnTo>
                  <a:lnTo>
                    <a:pt x="4603" y="22"/>
                  </a:lnTo>
                  <a:lnTo>
                    <a:pt x="4604" y="22"/>
                  </a:lnTo>
                  <a:lnTo>
                    <a:pt x="4604" y="21"/>
                  </a:lnTo>
                  <a:lnTo>
                    <a:pt x="4605" y="21"/>
                  </a:lnTo>
                  <a:lnTo>
                    <a:pt x="4606" y="21"/>
                  </a:lnTo>
                  <a:lnTo>
                    <a:pt x="4607" y="21"/>
                  </a:lnTo>
                  <a:lnTo>
                    <a:pt x="4608" y="20"/>
                  </a:lnTo>
                  <a:lnTo>
                    <a:pt x="4608" y="20"/>
                  </a:lnTo>
                  <a:lnTo>
                    <a:pt x="4609" y="20"/>
                  </a:lnTo>
                  <a:lnTo>
                    <a:pt x="4610" y="19"/>
                  </a:lnTo>
                  <a:lnTo>
                    <a:pt x="4611" y="19"/>
                  </a:lnTo>
                  <a:lnTo>
                    <a:pt x="4611" y="19"/>
                  </a:lnTo>
                  <a:lnTo>
                    <a:pt x="4612" y="19"/>
                  </a:lnTo>
                  <a:lnTo>
                    <a:pt x="4613" y="18"/>
                  </a:lnTo>
                  <a:lnTo>
                    <a:pt x="4614" y="18"/>
                  </a:lnTo>
                  <a:lnTo>
                    <a:pt x="4615" y="18"/>
                  </a:lnTo>
                  <a:lnTo>
                    <a:pt x="4615" y="18"/>
                  </a:lnTo>
                  <a:lnTo>
                    <a:pt x="4616" y="17"/>
                  </a:lnTo>
                  <a:lnTo>
                    <a:pt x="4617" y="17"/>
                  </a:lnTo>
                  <a:lnTo>
                    <a:pt x="4618" y="17"/>
                  </a:lnTo>
                  <a:lnTo>
                    <a:pt x="4618" y="17"/>
                  </a:lnTo>
                  <a:lnTo>
                    <a:pt x="4619" y="16"/>
                  </a:lnTo>
                  <a:lnTo>
                    <a:pt x="4620" y="16"/>
                  </a:lnTo>
                  <a:lnTo>
                    <a:pt x="4621" y="16"/>
                  </a:lnTo>
                  <a:lnTo>
                    <a:pt x="4621" y="16"/>
                  </a:lnTo>
                  <a:lnTo>
                    <a:pt x="4622" y="15"/>
                  </a:lnTo>
                  <a:lnTo>
                    <a:pt x="4623" y="15"/>
                  </a:lnTo>
                  <a:lnTo>
                    <a:pt x="4624" y="15"/>
                  </a:lnTo>
                  <a:lnTo>
                    <a:pt x="4625" y="15"/>
                  </a:lnTo>
                  <a:lnTo>
                    <a:pt x="4625" y="14"/>
                  </a:lnTo>
                  <a:lnTo>
                    <a:pt x="4626" y="14"/>
                  </a:lnTo>
                  <a:lnTo>
                    <a:pt x="4627" y="14"/>
                  </a:lnTo>
                  <a:lnTo>
                    <a:pt x="4628" y="14"/>
                  </a:lnTo>
                  <a:lnTo>
                    <a:pt x="4628" y="14"/>
                  </a:lnTo>
                  <a:lnTo>
                    <a:pt x="4629" y="13"/>
                  </a:lnTo>
                  <a:lnTo>
                    <a:pt x="4630" y="13"/>
                  </a:lnTo>
                  <a:lnTo>
                    <a:pt x="4631" y="13"/>
                  </a:lnTo>
                  <a:lnTo>
                    <a:pt x="4631" y="13"/>
                  </a:lnTo>
                  <a:lnTo>
                    <a:pt x="4632" y="12"/>
                  </a:lnTo>
                  <a:lnTo>
                    <a:pt x="4633" y="12"/>
                  </a:lnTo>
                  <a:lnTo>
                    <a:pt x="4634" y="12"/>
                  </a:lnTo>
                  <a:lnTo>
                    <a:pt x="4634" y="12"/>
                  </a:lnTo>
                  <a:lnTo>
                    <a:pt x="4635" y="12"/>
                  </a:lnTo>
                  <a:lnTo>
                    <a:pt x="4636" y="11"/>
                  </a:lnTo>
                  <a:lnTo>
                    <a:pt x="4637" y="11"/>
                  </a:lnTo>
                  <a:lnTo>
                    <a:pt x="4637" y="11"/>
                  </a:lnTo>
                  <a:lnTo>
                    <a:pt x="4638" y="11"/>
                  </a:lnTo>
                  <a:lnTo>
                    <a:pt x="4639" y="11"/>
                  </a:lnTo>
                  <a:lnTo>
                    <a:pt x="4640" y="10"/>
                  </a:lnTo>
                  <a:lnTo>
                    <a:pt x="4640" y="10"/>
                  </a:lnTo>
                  <a:lnTo>
                    <a:pt x="4641" y="10"/>
                  </a:lnTo>
                  <a:lnTo>
                    <a:pt x="4642" y="10"/>
                  </a:lnTo>
                  <a:lnTo>
                    <a:pt x="4643" y="10"/>
                  </a:lnTo>
                  <a:lnTo>
                    <a:pt x="4643" y="9"/>
                  </a:lnTo>
                  <a:lnTo>
                    <a:pt x="4644" y="9"/>
                  </a:lnTo>
                  <a:lnTo>
                    <a:pt x="4645" y="9"/>
                  </a:lnTo>
                  <a:lnTo>
                    <a:pt x="4645" y="9"/>
                  </a:lnTo>
                  <a:lnTo>
                    <a:pt x="4646" y="9"/>
                  </a:lnTo>
                  <a:lnTo>
                    <a:pt x="4647" y="8"/>
                  </a:lnTo>
                  <a:lnTo>
                    <a:pt x="4648" y="8"/>
                  </a:lnTo>
                  <a:lnTo>
                    <a:pt x="4648" y="8"/>
                  </a:lnTo>
                  <a:lnTo>
                    <a:pt x="4649" y="8"/>
                  </a:lnTo>
                  <a:lnTo>
                    <a:pt x="4650" y="8"/>
                  </a:lnTo>
                  <a:lnTo>
                    <a:pt x="4651" y="8"/>
                  </a:lnTo>
                  <a:lnTo>
                    <a:pt x="4651" y="7"/>
                  </a:lnTo>
                  <a:lnTo>
                    <a:pt x="4652" y="7"/>
                  </a:lnTo>
                  <a:lnTo>
                    <a:pt x="4653" y="7"/>
                  </a:lnTo>
                  <a:lnTo>
                    <a:pt x="4654" y="7"/>
                  </a:lnTo>
                  <a:lnTo>
                    <a:pt x="4654" y="7"/>
                  </a:lnTo>
                  <a:lnTo>
                    <a:pt x="4655" y="6"/>
                  </a:lnTo>
                  <a:lnTo>
                    <a:pt x="4656" y="6"/>
                  </a:lnTo>
                  <a:lnTo>
                    <a:pt x="4656" y="6"/>
                  </a:lnTo>
                  <a:lnTo>
                    <a:pt x="4657" y="6"/>
                  </a:lnTo>
                  <a:lnTo>
                    <a:pt x="4658" y="6"/>
                  </a:lnTo>
                  <a:lnTo>
                    <a:pt x="4659" y="6"/>
                  </a:lnTo>
                  <a:lnTo>
                    <a:pt x="4659" y="6"/>
                  </a:lnTo>
                  <a:lnTo>
                    <a:pt x="4660" y="5"/>
                  </a:lnTo>
                  <a:lnTo>
                    <a:pt x="4661" y="5"/>
                  </a:lnTo>
                  <a:lnTo>
                    <a:pt x="4662" y="5"/>
                  </a:lnTo>
                  <a:lnTo>
                    <a:pt x="4662" y="5"/>
                  </a:lnTo>
                  <a:lnTo>
                    <a:pt x="4663" y="5"/>
                  </a:lnTo>
                  <a:lnTo>
                    <a:pt x="4664" y="5"/>
                  </a:lnTo>
                  <a:lnTo>
                    <a:pt x="4664" y="4"/>
                  </a:lnTo>
                  <a:lnTo>
                    <a:pt x="4665" y="4"/>
                  </a:lnTo>
                  <a:lnTo>
                    <a:pt x="4666" y="4"/>
                  </a:lnTo>
                  <a:lnTo>
                    <a:pt x="4667" y="4"/>
                  </a:lnTo>
                  <a:lnTo>
                    <a:pt x="4667" y="4"/>
                  </a:lnTo>
                  <a:lnTo>
                    <a:pt x="4668" y="4"/>
                  </a:lnTo>
                  <a:lnTo>
                    <a:pt x="4669" y="4"/>
                  </a:lnTo>
                  <a:lnTo>
                    <a:pt x="4669" y="4"/>
                  </a:lnTo>
                  <a:lnTo>
                    <a:pt x="4670" y="3"/>
                  </a:lnTo>
                  <a:lnTo>
                    <a:pt x="4671" y="3"/>
                  </a:lnTo>
                  <a:lnTo>
                    <a:pt x="4672" y="3"/>
                  </a:lnTo>
                  <a:lnTo>
                    <a:pt x="4672" y="3"/>
                  </a:lnTo>
                  <a:lnTo>
                    <a:pt x="4673" y="3"/>
                  </a:lnTo>
                  <a:lnTo>
                    <a:pt x="4674" y="3"/>
                  </a:lnTo>
                  <a:lnTo>
                    <a:pt x="4674" y="3"/>
                  </a:lnTo>
                  <a:lnTo>
                    <a:pt x="4675" y="3"/>
                  </a:lnTo>
                  <a:lnTo>
                    <a:pt x="4676" y="2"/>
                  </a:lnTo>
                  <a:lnTo>
                    <a:pt x="4676" y="2"/>
                  </a:lnTo>
                  <a:lnTo>
                    <a:pt x="4677" y="2"/>
                  </a:lnTo>
                  <a:lnTo>
                    <a:pt x="4678" y="2"/>
                  </a:lnTo>
                  <a:lnTo>
                    <a:pt x="4679" y="2"/>
                  </a:lnTo>
                  <a:lnTo>
                    <a:pt x="4679" y="2"/>
                  </a:lnTo>
                  <a:lnTo>
                    <a:pt x="4680" y="2"/>
                  </a:lnTo>
                  <a:lnTo>
                    <a:pt x="4681" y="2"/>
                  </a:lnTo>
                  <a:lnTo>
                    <a:pt x="4681" y="2"/>
                  </a:lnTo>
                  <a:lnTo>
                    <a:pt x="4682" y="2"/>
                  </a:lnTo>
                  <a:lnTo>
                    <a:pt x="4683" y="1"/>
                  </a:lnTo>
                  <a:lnTo>
                    <a:pt x="4683" y="1"/>
                  </a:lnTo>
                  <a:lnTo>
                    <a:pt x="4684" y="1"/>
                  </a:lnTo>
                  <a:lnTo>
                    <a:pt x="4685" y="1"/>
                  </a:lnTo>
                  <a:lnTo>
                    <a:pt x="4686" y="1"/>
                  </a:lnTo>
                  <a:lnTo>
                    <a:pt x="4686" y="1"/>
                  </a:lnTo>
                  <a:lnTo>
                    <a:pt x="4687" y="1"/>
                  </a:lnTo>
                  <a:lnTo>
                    <a:pt x="4688" y="1"/>
                  </a:lnTo>
                  <a:lnTo>
                    <a:pt x="4688" y="1"/>
                  </a:lnTo>
                  <a:lnTo>
                    <a:pt x="4689" y="1"/>
                  </a:lnTo>
                  <a:lnTo>
                    <a:pt x="4690" y="1"/>
                  </a:lnTo>
                  <a:lnTo>
                    <a:pt x="4690" y="1"/>
                  </a:lnTo>
                  <a:lnTo>
                    <a:pt x="4691" y="1"/>
                  </a:lnTo>
                  <a:lnTo>
                    <a:pt x="4692" y="0"/>
                  </a:lnTo>
                  <a:lnTo>
                    <a:pt x="4692" y="0"/>
                  </a:lnTo>
                  <a:lnTo>
                    <a:pt x="4693" y="0"/>
                  </a:lnTo>
                  <a:lnTo>
                    <a:pt x="4694" y="0"/>
                  </a:lnTo>
                  <a:lnTo>
                    <a:pt x="4695" y="0"/>
                  </a:lnTo>
                  <a:lnTo>
                    <a:pt x="4695" y="0"/>
                  </a:lnTo>
                  <a:lnTo>
                    <a:pt x="4696" y="0"/>
                  </a:lnTo>
                  <a:lnTo>
                    <a:pt x="4697" y="0"/>
                  </a:lnTo>
                  <a:lnTo>
                    <a:pt x="4697" y="0"/>
                  </a:lnTo>
                  <a:lnTo>
                    <a:pt x="4698" y="0"/>
                  </a:lnTo>
                  <a:lnTo>
                    <a:pt x="4699" y="0"/>
                  </a:lnTo>
                  <a:lnTo>
                    <a:pt x="4699" y="0"/>
                  </a:lnTo>
                  <a:lnTo>
                    <a:pt x="4700" y="0"/>
                  </a:lnTo>
                </a:path>
              </a:pathLst>
            </a:custGeom>
            <a:noFill/>
            <a:ln w="19050">
              <a:solidFill>
                <a:srgbClr val="246BC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cxnSp>
          <p:nvCxnSpPr>
            <p:cNvPr id="102" name="Legend_Structure_Line"/>
            <p:cNvCxnSpPr>
              <a:cxnSpLocks/>
            </p:cNvCxnSpPr>
            <p:nvPr/>
          </p:nvCxnSpPr>
          <p:spPr>
            <a:xfrm>
              <a:off x="6802813" y="5131803"/>
              <a:ext cx="219125" cy="0"/>
            </a:xfrm>
            <a:prstGeom prst="line">
              <a:avLst/>
            </a:prstGeom>
            <a:ln w="20320">
              <a:solidFill>
                <a:srgbClr val="246BC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Legend_Structure_Label"/>
            <p:cNvSpPr txBox="1"/>
            <p:nvPr/>
          </p:nvSpPr>
          <p:spPr>
            <a:xfrm>
              <a:off x="7068607" y="5030846"/>
              <a:ext cx="801501" cy="201918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400" dirty="0">
                  <a:solidFill>
                    <a:srgbClr val="252525"/>
                  </a:solidFill>
                  <a:latin typeface="Times New Roman"/>
                </a:rPr>
                <a:t>Structure S</a:t>
              </a:r>
            </a:p>
          </p:txBody>
        </p:sp>
        <p:cxnSp>
          <p:nvCxnSpPr>
            <p:cNvPr id="147" name="Effective_XAxis">
              <a:extLst>
                <a:ext uri="{FF2B5EF4-FFF2-40B4-BE49-F238E27FC236}">
                  <a16:creationId xmlns:a16="http://schemas.microsoft.com/office/drawing/2014/main" id="{7B872DF1-DF86-FF1E-7BB6-3CCBBFA0A059}"/>
                </a:ext>
              </a:extLst>
            </p:cNvPr>
            <p:cNvCxnSpPr/>
            <p:nvPr/>
          </p:nvCxnSpPr>
          <p:spPr>
            <a:xfrm>
              <a:off x="4489183" y="2217382"/>
              <a:ext cx="3678166" cy="0"/>
            </a:xfrm>
            <a:prstGeom prst="line">
              <a:avLst/>
            </a:prstGeom>
            <a:ln w="8255">
              <a:solidFill>
                <a:srgbClr val="66666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Effective_YAxis">
              <a:extLst>
                <a:ext uri="{FF2B5EF4-FFF2-40B4-BE49-F238E27FC236}">
                  <a16:creationId xmlns:a16="http://schemas.microsoft.com/office/drawing/2014/main" id="{CD358C9A-F290-50AA-957A-E2AA4CC0BDA5}"/>
                </a:ext>
              </a:extLst>
            </p:cNvPr>
            <p:cNvCxnSpPr/>
            <p:nvPr/>
          </p:nvCxnSpPr>
          <p:spPr>
            <a:xfrm>
              <a:off x="8170612" y="2217382"/>
              <a:ext cx="0" cy="3072384"/>
            </a:xfrm>
            <a:prstGeom prst="line">
              <a:avLst/>
            </a:prstGeom>
            <a:ln w="8255">
              <a:solidFill>
                <a:srgbClr val="66666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7" name="图片 156" descr="图表, 漏斗图&#10;&#10;AI 生成的内容可能不正确。">
            <a:extLst>
              <a:ext uri="{FF2B5EF4-FFF2-40B4-BE49-F238E27FC236}">
                <a16:creationId xmlns:a16="http://schemas.microsoft.com/office/drawing/2014/main" id="{F87AE040-BD50-AAF0-1BD3-9925101F52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2124" y="-1717729"/>
            <a:ext cx="1080000" cy="1080000"/>
          </a:xfrm>
          <a:prstGeom prst="rect">
            <a:avLst/>
          </a:prstGeom>
        </p:spPr>
      </p:pic>
      <p:pic>
        <p:nvPicPr>
          <p:cNvPr id="176" name="图片 175" descr="图片包含 背景图案&#10;&#10;AI 生成的内容可能不正确。">
            <a:extLst>
              <a:ext uri="{FF2B5EF4-FFF2-40B4-BE49-F238E27FC236}">
                <a16:creationId xmlns:a16="http://schemas.microsoft.com/office/drawing/2014/main" id="{393CB86B-99FD-F69D-DF27-F633C08310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4677" y="-1627729"/>
            <a:ext cx="900000" cy="900000"/>
          </a:xfrm>
          <a:prstGeom prst="rect">
            <a:avLst/>
          </a:prstGeom>
        </p:spPr>
      </p:pic>
      <p:pic>
        <p:nvPicPr>
          <p:cNvPr id="162" name="Transport_Rhat_Tile" descr="stage3_target_residual_Rhat.png">
            <a:extLst>
              <a:ext uri="{FF2B5EF4-FFF2-40B4-BE49-F238E27FC236}">
                <a16:creationId xmlns:a16="http://schemas.microsoft.com/office/drawing/2014/main" id="{8B5FD7BB-7747-65BB-D438-2081045229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7672" y="-1627729"/>
            <a:ext cx="900000" cy="900000"/>
          </a:xfrm>
          <a:prstGeom prst="rect">
            <a:avLst/>
          </a:prstGeom>
          <a:ln>
            <a:noFill/>
          </a:ln>
        </p:spPr>
      </p:pic>
      <p:sp>
        <p:nvSpPr>
          <p:cNvPr id="150" name="Input_PoSTM_Label">
            <a:extLst>
              <a:ext uri="{FF2B5EF4-FFF2-40B4-BE49-F238E27FC236}">
                <a16:creationId xmlns:a16="http://schemas.microsoft.com/office/drawing/2014/main" id="{9B573B81-F1E4-E941-B0A4-77ED7E726F29}"/>
              </a:ext>
            </a:extLst>
          </p:cNvPr>
          <p:cNvSpPr txBox="1"/>
          <p:nvPr/>
        </p:nvSpPr>
        <p:spPr>
          <a:xfrm>
            <a:off x="288338" y="8258436"/>
            <a:ext cx="1175578" cy="49244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00" b="1" dirty="0" err="1">
                <a:solidFill>
                  <a:srgbClr val="2430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PoSTM</a:t>
            </a:r>
            <a:endParaRPr lang="en-US" sz="1600" b="1" dirty="0">
              <a:solidFill>
                <a:srgbClr val="24303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b="1" dirty="0">
                <a:solidFill>
                  <a:srgbClr val="4DBBD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reflector cues</a:t>
            </a:r>
            <a:endParaRPr sz="1600" b="1" dirty="0">
              <a:solidFill>
                <a:srgbClr val="4DBBD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Input_Horizon_Label">
            <a:extLst>
              <a:ext uri="{FF2B5EF4-FFF2-40B4-BE49-F238E27FC236}">
                <a16:creationId xmlns:a16="http://schemas.microsoft.com/office/drawing/2014/main" id="{C81504BA-CDDE-5B21-F80C-293AC6BCF0C3}"/>
              </a:ext>
            </a:extLst>
          </p:cNvPr>
          <p:cNvSpPr txBox="1"/>
          <p:nvPr/>
        </p:nvSpPr>
        <p:spPr>
          <a:xfrm>
            <a:off x="1988434" y="8258436"/>
            <a:ext cx="857607" cy="49244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00" b="1" dirty="0">
                <a:solidFill>
                  <a:srgbClr val="2430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Horizon</a:t>
            </a:r>
            <a:endParaRPr lang="en-US" sz="1600" b="1" dirty="0">
              <a:solidFill>
                <a:srgbClr val="24303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b="1" dirty="0">
                <a:solidFill>
                  <a:srgbClr val="8E63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interfaces</a:t>
            </a:r>
            <a:endParaRPr sz="1600" b="1" dirty="0">
              <a:solidFill>
                <a:srgbClr val="8E63B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6" name="组合 185">
            <a:extLst>
              <a:ext uri="{FF2B5EF4-FFF2-40B4-BE49-F238E27FC236}">
                <a16:creationId xmlns:a16="http://schemas.microsoft.com/office/drawing/2014/main" id="{35404750-18FA-23B7-85D0-36025330B53F}"/>
              </a:ext>
            </a:extLst>
          </p:cNvPr>
          <p:cNvGrpSpPr/>
          <p:nvPr/>
        </p:nvGrpSpPr>
        <p:grpSpPr>
          <a:xfrm>
            <a:off x="65679" y="6911282"/>
            <a:ext cx="1528913" cy="1392999"/>
            <a:chOff x="478429" y="2072488"/>
            <a:chExt cx="1528913" cy="1392999"/>
          </a:xfrm>
        </p:grpSpPr>
        <p:pic>
          <p:nvPicPr>
            <p:cNvPr id="149" name="Input_PoSTM_Tile" descr="pstm_1to1.png">
              <a:extLst>
                <a:ext uri="{FF2B5EF4-FFF2-40B4-BE49-F238E27FC236}">
                  <a16:creationId xmlns:a16="http://schemas.microsoft.com/office/drawing/2014/main" id="{E70ACBBD-DD8C-DA5B-3264-7E7300E55B6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54595" y="2308691"/>
              <a:ext cx="1080000" cy="1080000"/>
            </a:xfrm>
            <a:prstGeom prst="rect">
              <a:avLst/>
            </a:prstGeom>
          </p:spPr>
        </p:pic>
        <p:grpSp>
          <p:nvGrpSpPr>
            <p:cNvPr id="190" name="组合 189">
              <a:extLst>
                <a:ext uri="{FF2B5EF4-FFF2-40B4-BE49-F238E27FC236}">
                  <a16:creationId xmlns:a16="http://schemas.microsoft.com/office/drawing/2014/main" id="{D20A75CF-E43C-4DDF-F26D-8F33E2FF98E3}"/>
                </a:ext>
              </a:extLst>
            </p:cNvPr>
            <p:cNvGrpSpPr/>
            <p:nvPr/>
          </p:nvGrpSpPr>
          <p:grpSpPr>
            <a:xfrm>
              <a:off x="478429" y="2072488"/>
              <a:ext cx="1528913" cy="1392999"/>
              <a:chOff x="2257139" y="529853"/>
              <a:chExt cx="1528913" cy="1392999"/>
            </a:xfrm>
          </p:grpSpPr>
          <p:sp>
            <p:nvSpPr>
              <p:cNvPr id="191" name="文本框 190">
                <a:extLst>
                  <a:ext uri="{FF2B5EF4-FFF2-40B4-BE49-F238E27FC236}">
                    <a16:creationId xmlns:a16="http://schemas.microsoft.com/office/drawing/2014/main" id="{8EEF2570-F609-9CDC-F3AE-4537D261A092}"/>
                  </a:ext>
                </a:extLst>
              </p:cNvPr>
              <p:cNvSpPr txBox="1"/>
              <p:nvPr/>
            </p:nvSpPr>
            <p:spPr>
              <a:xfrm>
                <a:off x="2257139" y="839627"/>
                <a:ext cx="369332" cy="817923"/>
              </a:xfrm>
              <a:prstGeom prst="rect">
                <a:avLst/>
              </a:prstGeom>
              <a:noFill/>
            </p:spPr>
            <p:txBody>
              <a:bodyPr vert="vert270" wrap="square" rtlCol="0">
                <a:spAutoFit/>
              </a:bodyPr>
              <a:lstStyle/>
              <a:p>
                <a:pPr algn="ctr"/>
                <a:r>
                  <a:rPr lang="en-US" altLang="zh-CN" sz="12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(s)</a:t>
                </a:r>
                <a:endParaRPr lang="zh-CN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2" name="文本框 191">
                <a:extLst>
                  <a:ext uri="{FF2B5EF4-FFF2-40B4-BE49-F238E27FC236}">
                    <a16:creationId xmlns:a16="http://schemas.microsoft.com/office/drawing/2014/main" id="{16E05AD1-1405-D99C-7049-82DFCBC1B34D}"/>
                  </a:ext>
                </a:extLst>
              </p:cNvPr>
              <p:cNvSpPr txBox="1"/>
              <p:nvPr/>
            </p:nvSpPr>
            <p:spPr>
              <a:xfrm>
                <a:off x="2549170" y="529853"/>
                <a:ext cx="10086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2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Length (km)</a:t>
                </a:r>
                <a:endParaRPr lang="zh-CN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3" name="文本框 192">
                <a:extLst>
                  <a:ext uri="{FF2B5EF4-FFF2-40B4-BE49-F238E27FC236}">
                    <a16:creationId xmlns:a16="http://schemas.microsoft.com/office/drawing/2014/main" id="{75BF0491-A6C0-E25F-AC11-640BC5ED9206}"/>
                  </a:ext>
                </a:extLst>
              </p:cNvPr>
              <p:cNvSpPr txBox="1"/>
              <p:nvPr/>
            </p:nvSpPr>
            <p:spPr>
              <a:xfrm>
                <a:off x="2348473" y="576212"/>
                <a:ext cx="251992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05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zh-CN" altLang="en-US" sz="105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4" name="文本框 193">
                <a:extLst>
                  <a:ext uri="{FF2B5EF4-FFF2-40B4-BE49-F238E27FC236}">
                    <a16:creationId xmlns:a16="http://schemas.microsoft.com/office/drawing/2014/main" id="{D9A13779-CFD6-34FA-0F26-C37D9AE29316}"/>
                  </a:ext>
                </a:extLst>
              </p:cNvPr>
              <p:cNvSpPr txBox="1"/>
              <p:nvPr/>
            </p:nvSpPr>
            <p:spPr>
              <a:xfrm>
                <a:off x="3433070" y="558766"/>
                <a:ext cx="352982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05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0.7</a:t>
                </a:r>
                <a:endParaRPr lang="zh-CN" altLang="en-US" sz="105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5" name="文本框 194">
                <a:extLst>
                  <a:ext uri="{FF2B5EF4-FFF2-40B4-BE49-F238E27FC236}">
                    <a16:creationId xmlns:a16="http://schemas.microsoft.com/office/drawing/2014/main" id="{4FBA2A94-9AA6-5ED7-8331-7D9235596E93}"/>
                  </a:ext>
                </a:extLst>
              </p:cNvPr>
              <p:cNvSpPr txBox="1"/>
              <p:nvPr/>
            </p:nvSpPr>
            <p:spPr>
              <a:xfrm>
                <a:off x="2287160" y="1763192"/>
                <a:ext cx="346249" cy="159660"/>
              </a:xfrm>
              <a:prstGeom prst="rect">
                <a:avLst/>
              </a:prstGeom>
              <a:noFill/>
            </p:spPr>
            <p:txBody>
              <a:bodyPr vert="vert270" wrap="none" rtlCol="0">
                <a:spAutoFit/>
              </a:bodyPr>
              <a:lstStyle/>
              <a:p>
                <a:pPr algn="ctr"/>
                <a:r>
                  <a:rPr lang="en-US" altLang="zh-CN" sz="105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sz="105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38" name="组合 237">
            <a:extLst>
              <a:ext uri="{FF2B5EF4-FFF2-40B4-BE49-F238E27FC236}">
                <a16:creationId xmlns:a16="http://schemas.microsoft.com/office/drawing/2014/main" id="{C18EF2C2-C447-8B29-C287-4037B5CD57B8}"/>
              </a:ext>
            </a:extLst>
          </p:cNvPr>
          <p:cNvGrpSpPr/>
          <p:nvPr/>
        </p:nvGrpSpPr>
        <p:grpSpPr>
          <a:xfrm>
            <a:off x="1589815" y="8822826"/>
            <a:ext cx="1547965" cy="1845261"/>
            <a:chOff x="453231" y="4034609"/>
            <a:chExt cx="1547965" cy="1845261"/>
          </a:xfrm>
        </p:grpSpPr>
        <p:grpSp>
          <p:nvGrpSpPr>
            <p:cNvPr id="237" name="组合 236">
              <a:extLst>
                <a:ext uri="{FF2B5EF4-FFF2-40B4-BE49-F238E27FC236}">
                  <a16:creationId xmlns:a16="http://schemas.microsoft.com/office/drawing/2014/main" id="{2351718F-D2A3-039A-C5F2-C2930718434A}"/>
                </a:ext>
              </a:extLst>
            </p:cNvPr>
            <p:cNvGrpSpPr/>
            <p:nvPr/>
          </p:nvGrpSpPr>
          <p:grpSpPr>
            <a:xfrm>
              <a:off x="453231" y="4034609"/>
              <a:ext cx="1547965" cy="1845261"/>
              <a:chOff x="453231" y="4034609"/>
              <a:chExt cx="1547965" cy="1845261"/>
            </a:xfrm>
          </p:grpSpPr>
          <p:sp>
            <p:nvSpPr>
              <p:cNvPr id="156" name="Input_Well_Label">
                <a:extLst>
                  <a:ext uri="{FF2B5EF4-FFF2-40B4-BE49-F238E27FC236}">
                    <a16:creationId xmlns:a16="http://schemas.microsoft.com/office/drawing/2014/main" id="{5737C893-5687-20CB-86DD-C9291DDE04CC}"/>
                  </a:ext>
                </a:extLst>
              </p:cNvPr>
              <p:cNvSpPr txBox="1"/>
              <p:nvPr/>
            </p:nvSpPr>
            <p:spPr>
              <a:xfrm>
                <a:off x="737942" y="5387427"/>
                <a:ext cx="1033936" cy="492443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ctr"/>
                <a:r>
                  <a:rPr sz="1600" b="1" dirty="0">
                    <a:solidFill>
                      <a:srgbClr val="24303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Well</a:t>
                </a:r>
                <a:r>
                  <a:rPr lang="en-US" sz="1600" b="1" dirty="0">
                    <a:solidFill>
                      <a:srgbClr val="24303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log</a:t>
                </a:r>
              </a:p>
              <a:p>
                <a:pPr algn="ctr"/>
                <a:r>
                  <a:rPr lang="en-US" sz="1600" b="1" dirty="0">
                    <a:solidFill>
                      <a:srgbClr val="E6A7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sparse scale</a:t>
                </a:r>
                <a:endParaRPr sz="1600" b="1" dirty="0">
                  <a:solidFill>
                    <a:srgbClr val="E6A7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88" name="组合 187">
                <a:extLst>
                  <a:ext uri="{FF2B5EF4-FFF2-40B4-BE49-F238E27FC236}">
                    <a16:creationId xmlns:a16="http://schemas.microsoft.com/office/drawing/2014/main" id="{492FF20A-D52C-EE30-112A-DB69267F202F}"/>
                  </a:ext>
                </a:extLst>
              </p:cNvPr>
              <p:cNvGrpSpPr/>
              <p:nvPr/>
            </p:nvGrpSpPr>
            <p:grpSpPr>
              <a:xfrm>
                <a:off x="453231" y="4034609"/>
                <a:ext cx="1547965" cy="1448259"/>
                <a:chOff x="453231" y="4034609"/>
                <a:chExt cx="1547965" cy="1448259"/>
              </a:xfrm>
            </p:grpSpPr>
            <p:pic>
              <p:nvPicPr>
                <p:cNvPr id="155" name="Input_Well_Tile" descr="well_1to1.png">
                  <a:extLst>
                    <a:ext uri="{FF2B5EF4-FFF2-40B4-BE49-F238E27FC236}">
                      <a16:creationId xmlns:a16="http://schemas.microsoft.com/office/drawing/2014/main" id="{48567F3A-CD89-BBEB-B52C-24D0042FB7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42762" y="4274727"/>
                  <a:ext cx="1080000" cy="1080000"/>
                </a:xfrm>
                <a:prstGeom prst="rect">
                  <a:avLst/>
                </a:prstGeom>
                <a:ln w="6350">
                  <a:solidFill>
                    <a:schemeClr val="tx1"/>
                  </a:solidFill>
                </a:ln>
              </p:spPr>
            </p:pic>
            <p:grpSp>
              <p:nvGrpSpPr>
                <p:cNvPr id="167" name="组合 166">
                  <a:extLst>
                    <a:ext uri="{FF2B5EF4-FFF2-40B4-BE49-F238E27FC236}">
                      <a16:creationId xmlns:a16="http://schemas.microsoft.com/office/drawing/2014/main" id="{9372EDC6-296A-C598-9E50-24D62F6B9B8F}"/>
                    </a:ext>
                  </a:extLst>
                </p:cNvPr>
                <p:cNvGrpSpPr/>
                <p:nvPr/>
              </p:nvGrpSpPr>
              <p:grpSpPr>
                <a:xfrm>
                  <a:off x="453231" y="4034609"/>
                  <a:ext cx="1547965" cy="1448259"/>
                  <a:chOff x="2238087" y="525088"/>
                  <a:chExt cx="1547965" cy="1448259"/>
                </a:xfrm>
              </p:grpSpPr>
              <p:sp>
                <p:nvSpPr>
                  <p:cNvPr id="168" name="文本框 167">
                    <a:extLst>
                      <a:ext uri="{FF2B5EF4-FFF2-40B4-BE49-F238E27FC236}">
                        <a16:creationId xmlns:a16="http://schemas.microsoft.com/office/drawing/2014/main" id="{40C41350-1574-05CC-4388-F48B741DE710}"/>
                      </a:ext>
                    </a:extLst>
                  </p:cNvPr>
                  <p:cNvSpPr txBox="1"/>
                  <p:nvPr/>
                </p:nvSpPr>
                <p:spPr>
                  <a:xfrm>
                    <a:off x="2238087" y="842802"/>
                    <a:ext cx="369332" cy="817923"/>
                  </a:xfrm>
                  <a:prstGeom prst="rect">
                    <a:avLst/>
                  </a:prstGeom>
                  <a:noFill/>
                </p:spPr>
                <p:txBody>
                  <a:bodyPr vert="vert270" wrap="square" rtlCol="0">
                    <a:spAutoFit/>
                  </a:bodyPr>
                  <a:lstStyle/>
                  <a:p>
                    <a:pPr algn="ctr"/>
                    <a:r>
                      <a:rPr lang="en-US" altLang="zh-CN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Depth (km)</a:t>
                    </a:r>
                    <a:endParaRPr lang="zh-CN" altLang="en-US" sz="12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69" name="文本框 168">
                    <a:extLst>
                      <a:ext uri="{FF2B5EF4-FFF2-40B4-BE49-F238E27FC236}">
                        <a16:creationId xmlns:a16="http://schemas.microsoft.com/office/drawing/2014/main" id="{A8055C1D-79D5-3E1B-90CA-0C6F548D7F0E}"/>
                      </a:ext>
                    </a:extLst>
                  </p:cNvPr>
                  <p:cNvSpPr txBox="1"/>
                  <p:nvPr/>
                </p:nvSpPr>
                <p:spPr>
                  <a:xfrm>
                    <a:off x="2565040" y="525088"/>
                    <a:ext cx="1008610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altLang="zh-CN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Length (km)</a:t>
                    </a:r>
                    <a:endParaRPr lang="zh-CN" altLang="en-US" sz="12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0" name="文本框 169">
                    <a:extLst>
                      <a:ext uri="{FF2B5EF4-FFF2-40B4-BE49-F238E27FC236}">
                        <a16:creationId xmlns:a16="http://schemas.microsoft.com/office/drawing/2014/main" id="{58751D8B-E789-B804-5802-68EDFB19E875}"/>
                      </a:ext>
                    </a:extLst>
                  </p:cNvPr>
                  <p:cNvSpPr txBox="1"/>
                  <p:nvPr/>
                </p:nvSpPr>
                <p:spPr>
                  <a:xfrm>
                    <a:off x="2348473" y="576212"/>
                    <a:ext cx="251992" cy="25391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altLang="zh-CN" sz="105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0</a:t>
                    </a:r>
                    <a:endParaRPr lang="zh-CN" altLang="en-US" sz="105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1" name="文本框 170">
                    <a:extLst>
                      <a:ext uri="{FF2B5EF4-FFF2-40B4-BE49-F238E27FC236}">
                        <a16:creationId xmlns:a16="http://schemas.microsoft.com/office/drawing/2014/main" id="{09104399-CE97-A410-D1E6-9CAD9E54FA1F}"/>
                      </a:ext>
                    </a:extLst>
                  </p:cNvPr>
                  <p:cNvSpPr txBox="1"/>
                  <p:nvPr/>
                </p:nvSpPr>
                <p:spPr>
                  <a:xfrm>
                    <a:off x="3433070" y="558766"/>
                    <a:ext cx="352982" cy="25391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altLang="zh-CN" sz="105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0.7</a:t>
                    </a:r>
                    <a:endParaRPr lang="zh-CN" altLang="en-US" sz="105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2" name="文本框 171">
                    <a:extLst>
                      <a:ext uri="{FF2B5EF4-FFF2-40B4-BE49-F238E27FC236}">
                        <a16:creationId xmlns:a16="http://schemas.microsoft.com/office/drawing/2014/main" id="{7F217FDE-15B1-26E8-8013-8FCDB4B9BEA7}"/>
                      </a:ext>
                    </a:extLst>
                  </p:cNvPr>
                  <p:cNvSpPr txBox="1"/>
                  <p:nvPr/>
                </p:nvSpPr>
                <p:spPr>
                  <a:xfrm>
                    <a:off x="2287160" y="1712698"/>
                    <a:ext cx="346249" cy="260649"/>
                  </a:xfrm>
                  <a:prstGeom prst="rect">
                    <a:avLst/>
                  </a:prstGeom>
                  <a:noFill/>
                </p:spPr>
                <p:txBody>
                  <a:bodyPr vert="vert270" wrap="none" rtlCol="0">
                    <a:spAutoFit/>
                  </a:bodyPr>
                  <a:lstStyle/>
                  <a:p>
                    <a:pPr algn="ctr"/>
                    <a:r>
                      <a:rPr lang="en-US" altLang="zh-CN" sz="105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0.7</a:t>
                    </a:r>
                    <a:endParaRPr lang="zh-CN" altLang="en-US" sz="105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</p:grpSp>
        <p:sp>
          <p:nvSpPr>
            <p:cNvPr id="214" name="文本框 213">
              <a:extLst>
                <a:ext uri="{FF2B5EF4-FFF2-40B4-BE49-F238E27FC236}">
                  <a16:creationId xmlns:a16="http://schemas.microsoft.com/office/drawing/2014/main" id="{3E4DC2C9-98FF-D12C-2E62-90C3AF4D56E3}"/>
                </a:ext>
              </a:extLst>
            </p:cNvPr>
            <p:cNvSpPr txBox="1"/>
            <p:nvPr/>
          </p:nvSpPr>
          <p:spPr>
            <a:xfrm>
              <a:off x="813430" y="4231995"/>
              <a:ext cx="32893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9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0.2</a:t>
              </a:r>
              <a:endParaRPr lang="zh-CN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" name="文本框 214">
              <a:extLst>
                <a:ext uri="{FF2B5EF4-FFF2-40B4-BE49-F238E27FC236}">
                  <a16:creationId xmlns:a16="http://schemas.microsoft.com/office/drawing/2014/main" id="{29A45427-E995-EAC9-7C46-BE7412DDB38E}"/>
                </a:ext>
              </a:extLst>
            </p:cNvPr>
            <p:cNvSpPr txBox="1"/>
            <p:nvPr/>
          </p:nvSpPr>
          <p:spPr>
            <a:xfrm>
              <a:off x="1105571" y="4230399"/>
              <a:ext cx="38664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9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0.43</a:t>
              </a:r>
              <a:endParaRPr lang="zh-CN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6" name="组合 215">
            <a:extLst>
              <a:ext uri="{FF2B5EF4-FFF2-40B4-BE49-F238E27FC236}">
                <a16:creationId xmlns:a16="http://schemas.microsoft.com/office/drawing/2014/main" id="{B4B3D736-06B1-7B99-623F-7729DCE994E5}"/>
              </a:ext>
            </a:extLst>
          </p:cNvPr>
          <p:cNvGrpSpPr/>
          <p:nvPr/>
        </p:nvGrpSpPr>
        <p:grpSpPr>
          <a:xfrm>
            <a:off x="2066499" y="-1903362"/>
            <a:ext cx="1481284" cy="1386341"/>
            <a:chOff x="2304768" y="587006"/>
            <a:chExt cx="1481284" cy="1386341"/>
          </a:xfrm>
        </p:grpSpPr>
        <p:sp>
          <p:nvSpPr>
            <p:cNvPr id="217" name="文本框 216">
              <a:extLst>
                <a:ext uri="{FF2B5EF4-FFF2-40B4-BE49-F238E27FC236}">
                  <a16:creationId xmlns:a16="http://schemas.microsoft.com/office/drawing/2014/main" id="{02CFD832-095C-6EF5-43A3-A3DBD2B0B4B7}"/>
                </a:ext>
              </a:extLst>
            </p:cNvPr>
            <p:cNvSpPr txBox="1"/>
            <p:nvPr/>
          </p:nvSpPr>
          <p:spPr>
            <a:xfrm>
              <a:off x="2304768" y="923661"/>
              <a:ext cx="507831" cy="644985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Depth (km)</a:t>
              </a:r>
              <a:endParaRPr lang="zh-CN" altLang="en-US" sz="10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8" name="文本框 217">
              <a:extLst>
                <a:ext uri="{FF2B5EF4-FFF2-40B4-BE49-F238E27FC236}">
                  <a16:creationId xmlns:a16="http://schemas.microsoft.com/office/drawing/2014/main" id="{73585765-D6C6-0FB8-D732-503056336684}"/>
                </a:ext>
              </a:extLst>
            </p:cNvPr>
            <p:cNvSpPr txBox="1"/>
            <p:nvPr/>
          </p:nvSpPr>
          <p:spPr>
            <a:xfrm>
              <a:off x="2639350" y="587006"/>
              <a:ext cx="907621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Length (km)</a:t>
              </a:r>
              <a:endParaRPr lang="zh-CN" altLang="en-US" sz="10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9" name="文本框 218">
              <a:extLst>
                <a:ext uri="{FF2B5EF4-FFF2-40B4-BE49-F238E27FC236}">
                  <a16:creationId xmlns:a16="http://schemas.microsoft.com/office/drawing/2014/main" id="{6D569889-B5F9-477F-4F86-43C2CA8AE785}"/>
                </a:ext>
              </a:extLst>
            </p:cNvPr>
            <p:cNvSpPr txBox="1"/>
            <p:nvPr/>
          </p:nvSpPr>
          <p:spPr>
            <a:xfrm>
              <a:off x="2362761" y="604790"/>
              <a:ext cx="251992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CN" altLang="en-US" sz="10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0" name="文本框 219">
              <a:extLst>
                <a:ext uri="{FF2B5EF4-FFF2-40B4-BE49-F238E27FC236}">
                  <a16:creationId xmlns:a16="http://schemas.microsoft.com/office/drawing/2014/main" id="{F6678CEB-2229-66C6-D2D8-9815430DCE94}"/>
                </a:ext>
              </a:extLst>
            </p:cNvPr>
            <p:cNvSpPr txBox="1"/>
            <p:nvPr/>
          </p:nvSpPr>
          <p:spPr>
            <a:xfrm>
              <a:off x="3433070" y="596868"/>
              <a:ext cx="352982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0.7</a:t>
              </a:r>
              <a:endParaRPr lang="zh-CN" altLang="en-US" sz="10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1" name="文本框 220">
              <a:extLst>
                <a:ext uri="{FF2B5EF4-FFF2-40B4-BE49-F238E27FC236}">
                  <a16:creationId xmlns:a16="http://schemas.microsoft.com/office/drawing/2014/main" id="{8DE933F2-3CB2-FE33-EBD9-63328D8679AE}"/>
                </a:ext>
              </a:extLst>
            </p:cNvPr>
            <p:cNvSpPr txBox="1"/>
            <p:nvPr/>
          </p:nvSpPr>
          <p:spPr>
            <a:xfrm>
              <a:off x="2315737" y="1712698"/>
              <a:ext cx="346249" cy="260649"/>
            </a:xfrm>
            <a:prstGeom prst="rect">
              <a:avLst/>
            </a:prstGeom>
            <a:noFill/>
          </p:spPr>
          <p:txBody>
            <a:bodyPr vert="vert270" wrap="non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0.7</a:t>
              </a:r>
              <a:endParaRPr lang="zh-CN" altLang="en-US" sz="10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22" name="Input_Horizon_Label">
            <a:extLst>
              <a:ext uri="{FF2B5EF4-FFF2-40B4-BE49-F238E27FC236}">
                <a16:creationId xmlns:a16="http://schemas.microsoft.com/office/drawing/2014/main" id="{3AED1F87-E471-0824-D71E-40F82B3C871A}"/>
              </a:ext>
            </a:extLst>
          </p:cNvPr>
          <p:cNvSpPr txBox="1"/>
          <p:nvPr/>
        </p:nvSpPr>
        <p:spPr>
          <a:xfrm>
            <a:off x="2259312" y="-597677"/>
            <a:ext cx="1145698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1400" b="1" dirty="0">
                <a:solidFill>
                  <a:srgbClr val="2430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Velocity Model</a:t>
            </a:r>
            <a:endParaRPr sz="1400" b="1" dirty="0">
              <a:solidFill>
                <a:srgbClr val="24303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Input_Horizon_Label">
                <a:extLst>
                  <a:ext uri="{FF2B5EF4-FFF2-40B4-BE49-F238E27FC236}">
                    <a16:creationId xmlns:a16="http://schemas.microsoft.com/office/drawing/2014/main" id="{CC5E853A-02A8-2484-11A3-7583E37D6D90}"/>
                  </a:ext>
                </a:extLst>
              </p:cNvPr>
              <p:cNvSpPr txBox="1"/>
              <p:nvPr/>
            </p:nvSpPr>
            <p:spPr>
              <a:xfrm>
                <a:off x="4033887" y="-728614"/>
                <a:ext cx="1823897" cy="215444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24303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Background </a:t>
                </a:r>
                <a14:m>
                  <m:oMath xmlns:m="http://schemas.openxmlformats.org/officeDocument/2006/math">
                    <m:r>
                      <a:rPr lang="en-US" sz="1400" b="1" i="1">
                        <a:solidFill>
                          <a:srgbClr val="24303D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𝑩</m:t>
                    </m:r>
                    <m:r>
                      <a:rPr lang="en-US" sz="1400" b="1" i="1">
                        <a:solidFill>
                          <a:srgbClr val="24303D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400" b="1" i="1">
                            <a:solidFill>
                              <a:srgbClr val="24303D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b="1" i="1">
                            <a:solidFill>
                              <a:srgbClr val="24303D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zh-CN" sz="1400" b="1" i="1">
                            <a:solidFill>
                              <a:srgbClr val="24303D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sub>
                    </m:sSub>
                    <m:d>
                      <m:dPr>
                        <m:ctrlPr>
                          <a:rPr lang="en-US" altLang="zh-CN" sz="1400" b="1" i="1">
                            <a:solidFill>
                              <a:srgbClr val="24303D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400" b="1" i="1">
                            <a:solidFill>
                              <a:srgbClr val="24303D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𝑽</m:t>
                        </m:r>
                      </m:e>
                    </m:d>
                  </m:oMath>
                </a14:m>
                <a:endParaRPr sz="1400" b="1" dirty="0">
                  <a:solidFill>
                    <a:srgbClr val="24303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3" name="Input_Horizon_Label">
                <a:extLst>
                  <a:ext uri="{FF2B5EF4-FFF2-40B4-BE49-F238E27FC236}">
                    <a16:creationId xmlns:a16="http://schemas.microsoft.com/office/drawing/2014/main" id="{CC5E853A-02A8-2484-11A3-7583E37D6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887" y="-728614"/>
                <a:ext cx="1823897" cy="215444"/>
              </a:xfrm>
              <a:prstGeom prst="rect">
                <a:avLst/>
              </a:prstGeom>
              <a:blipFill>
                <a:blip r:embed="rId10"/>
                <a:stretch>
                  <a:fillRect l="-5686" t="-25000" b="-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4" name="Input_Horizon_Label">
                <a:extLst>
                  <a:ext uri="{FF2B5EF4-FFF2-40B4-BE49-F238E27FC236}">
                    <a16:creationId xmlns:a16="http://schemas.microsoft.com/office/drawing/2014/main" id="{D3EB48E0-DC01-67DF-21F5-195988C44F22}"/>
                  </a:ext>
                </a:extLst>
              </p:cNvPr>
              <p:cNvSpPr txBox="1"/>
              <p:nvPr/>
            </p:nvSpPr>
            <p:spPr>
              <a:xfrm>
                <a:off x="5969028" y="-726214"/>
                <a:ext cx="1577291" cy="215444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24303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Structure </a:t>
                </a:r>
                <a14:m>
                  <m:oMath xmlns:m="http://schemas.openxmlformats.org/officeDocument/2006/math">
                    <m:r>
                      <a:rPr lang="en-US" sz="1400" b="1" i="1">
                        <a:solidFill>
                          <a:srgbClr val="24303D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𝑺</m:t>
                    </m:r>
                    <m:r>
                      <a:rPr lang="en-US" sz="1400" b="1" i="1">
                        <a:solidFill>
                          <a:srgbClr val="24303D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400" b="1" i="1">
                        <a:solidFill>
                          <a:srgbClr val="24303D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𝑽</m:t>
                    </m:r>
                    <m:r>
                      <a:rPr lang="en-US" sz="1400" b="1" i="1">
                        <a:solidFill>
                          <a:srgbClr val="24303D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1400" b="1" i="1">
                        <a:solidFill>
                          <a:srgbClr val="24303D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𝑩</m:t>
                    </m:r>
                  </m:oMath>
                </a14:m>
                <a:endParaRPr sz="1400" b="1" dirty="0">
                  <a:solidFill>
                    <a:srgbClr val="24303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4" name="Input_Horizon_Label">
                <a:extLst>
                  <a:ext uri="{FF2B5EF4-FFF2-40B4-BE49-F238E27FC236}">
                    <a16:creationId xmlns:a16="http://schemas.microsoft.com/office/drawing/2014/main" id="{D3EB48E0-DC01-67DF-21F5-195988C44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9028" y="-726214"/>
                <a:ext cx="1577291" cy="215444"/>
              </a:xfrm>
              <a:prstGeom prst="rect">
                <a:avLst/>
              </a:prstGeom>
              <a:blipFill>
                <a:blip r:embed="rId11"/>
                <a:stretch>
                  <a:fillRect l="-6564" t="-25714" r="-3089" b="-5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Input_Horizon_Label">
                <a:extLst>
                  <a:ext uri="{FF2B5EF4-FFF2-40B4-BE49-F238E27FC236}">
                    <a16:creationId xmlns:a16="http://schemas.microsoft.com/office/drawing/2014/main" id="{06EA02A5-A801-781A-9190-97ADCC0AD2A7}"/>
                  </a:ext>
                </a:extLst>
              </p:cNvPr>
              <p:cNvSpPr txBox="1"/>
              <p:nvPr/>
            </p:nvSpPr>
            <p:spPr>
              <a:xfrm>
                <a:off x="3347083" y="-1356011"/>
                <a:ext cx="1082027" cy="276999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solidFill>
                            <a:srgbClr val="24303D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𝑽</m:t>
                      </m:r>
                      <m:r>
                        <a:rPr lang="en-US" altLang="zh-CN" b="1" i="1">
                          <a:solidFill>
                            <a:srgbClr val="24303D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b="1" i="1">
                          <a:solidFill>
                            <a:srgbClr val="24303D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𝑩</m:t>
                      </m:r>
                      <m:r>
                        <a:rPr lang="en-US" altLang="zh-CN" b="1" i="1">
                          <a:solidFill>
                            <a:srgbClr val="24303D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b="1" i="1">
                          <a:solidFill>
                            <a:srgbClr val="24303D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𝑺</m:t>
                      </m:r>
                    </m:oMath>
                  </m:oMathPara>
                </a14:m>
                <a:endParaRPr b="1" dirty="0">
                  <a:solidFill>
                    <a:srgbClr val="24303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8" name="Input_Horizon_Label">
                <a:extLst>
                  <a:ext uri="{FF2B5EF4-FFF2-40B4-BE49-F238E27FC236}">
                    <a16:creationId xmlns:a16="http://schemas.microsoft.com/office/drawing/2014/main" id="{06EA02A5-A801-781A-9190-97ADCC0AD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083" y="-1356011"/>
                <a:ext cx="1082027" cy="276999"/>
              </a:xfrm>
              <a:prstGeom prst="rect">
                <a:avLst/>
              </a:prstGeom>
              <a:blipFill>
                <a:blip r:embed="rId12"/>
                <a:stretch>
                  <a:fillRect l="-7303" r="-2247"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4" name="Panel_B_Title">
            <a:extLst>
              <a:ext uri="{FF2B5EF4-FFF2-40B4-BE49-F238E27FC236}">
                <a16:creationId xmlns:a16="http://schemas.microsoft.com/office/drawing/2014/main" id="{FCC53394-F36C-04DD-1B19-543982C9EAEC}"/>
              </a:ext>
            </a:extLst>
          </p:cNvPr>
          <p:cNvSpPr txBox="1"/>
          <p:nvPr/>
        </p:nvSpPr>
        <p:spPr>
          <a:xfrm>
            <a:off x="134887" y="6659498"/>
            <a:ext cx="2911053" cy="276999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b="1" dirty="0">
                <a:solidFill>
                  <a:srgbClr val="252525"/>
                </a:solidFill>
                <a:latin typeface="Times New Roman"/>
              </a:rPr>
              <a:t>(</a:t>
            </a:r>
            <a:r>
              <a:rPr lang="en-US" b="1" dirty="0">
                <a:solidFill>
                  <a:srgbClr val="252525"/>
                </a:solidFill>
                <a:latin typeface="Times New Roman"/>
              </a:rPr>
              <a:t>a</a:t>
            </a:r>
            <a:r>
              <a:rPr b="1" dirty="0">
                <a:solidFill>
                  <a:srgbClr val="252525"/>
                </a:solidFill>
                <a:latin typeface="Times New Roman"/>
              </a:rPr>
              <a:t>) </a:t>
            </a:r>
            <a:r>
              <a:rPr lang="en-US" b="1" dirty="0">
                <a:solidFill>
                  <a:srgbClr val="252525"/>
                </a:solidFill>
                <a:latin typeface="Times New Roman"/>
              </a:rPr>
              <a:t>Role-asymmetric evidence</a:t>
            </a:r>
            <a:endParaRPr b="1" dirty="0">
              <a:solidFill>
                <a:srgbClr val="252525"/>
              </a:solidFill>
              <a:latin typeface="Times New Roman"/>
            </a:endParaRPr>
          </a:p>
        </p:txBody>
      </p:sp>
      <p:grpSp>
        <p:nvGrpSpPr>
          <p:cNvPr id="187" name="组合 186">
            <a:extLst>
              <a:ext uri="{FF2B5EF4-FFF2-40B4-BE49-F238E27FC236}">
                <a16:creationId xmlns:a16="http://schemas.microsoft.com/office/drawing/2014/main" id="{389BF411-EF29-59EE-F65F-05634B485B51}"/>
              </a:ext>
            </a:extLst>
          </p:cNvPr>
          <p:cNvGrpSpPr/>
          <p:nvPr/>
        </p:nvGrpSpPr>
        <p:grpSpPr>
          <a:xfrm>
            <a:off x="1584514" y="6896620"/>
            <a:ext cx="1557491" cy="1457785"/>
            <a:chOff x="1997264" y="2057826"/>
            <a:chExt cx="1557491" cy="1457785"/>
          </a:xfrm>
        </p:grpSpPr>
        <p:pic>
          <p:nvPicPr>
            <p:cNvPr id="151" name="Input_Horizon_Tile" descr="horizon_1to1.png">
              <a:extLst>
                <a:ext uri="{FF2B5EF4-FFF2-40B4-BE49-F238E27FC236}">
                  <a16:creationId xmlns:a16="http://schemas.microsoft.com/office/drawing/2014/main" id="{83ECBD66-16E2-E308-7AC7-B56A814F86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297395" y="2305516"/>
              <a:ext cx="1080000" cy="1080000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grpSp>
          <p:nvGrpSpPr>
            <p:cNvPr id="158" name="组合 157">
              <a:extLst>
                <a:ext uri="{FF2B5EF4-FFF2-40B4-BE49-F238E27FC236}">
                  <a16:creationId xmlns:a16="http://schemas.microsoft.com/office/drawing/2014/main" id="{EBD91BBB-96DD-92E0-B1D2-513412446FE9}"/>
                </a:ext>
              </a:extLst>
            </p:cNvPr>
            <p:cNvGrpSpPr/>
            <p:nvPr/>
          </p:nvGrpSpPr>
          <p:grpSpPr>
            <a:xfrm>
              <a:off x="1997264" y="2057826"/>
              <a:ext cx="1557491" cy="1457785"/>
              <a:chOff x="2228561" y="515562"/>
              <a:chExt cx="1557491" cy="1457785"/>
            </a:xfrm>
          </p:grpSpPr>
          <p:sp>
            <p:nvSpPr>
              <p:cNvPr id="161" name="文本框 160">
                <a:extLst>
                  <a:ext uri="{FF2B5EF4-FFF2-40B4-BE49-F238E27FC236}">
                    <a16:creationId xmlns:a16="http://schemas.microsoft.com/office/drawing/2014/main" id="{2C442C92-B080-55DA-0F38-C2CED19E4173}"/>
                  </a:ext>
                </a:extLst>
              </p:cNvPr>
              <p:cNvSpPr txBox="1"/>
              <p:nvPr/>
            </p:nvSpPr>
            <p:spPr>
              <a:xfrm>
                <a:off x="2228561" y="839627"/>
                <a:ext cx="369332" cy="817923"/>
              </a:xfrm>
              <a:prstGeom prst="rect">
                <a:avLst/>
              </a:prstGeom>
              <a:noFill/>
            </p:spPr>
            <p:txBody>
              <a:bodyPr vert="vert270" wrap="square" rtlCol="0">
                <a:spAutoFit/>
              </a:bodyPr>
              <a:lstStyle/>
              <a:p>
                <a:pPr algn="ctr"/>
                <a:r>
                  <a:rPr lang="en-US" altLang="zh-CN" sz="12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Depth (km)</a:t>
                </a:r>
                <a:endParaRPr lang="zh-CN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3" name="文本框 162">
                <a:extLst>
                  <a:ext uri="{FF2B5EF4-FFF2-40B4-BE49-F238E27FC236}">
                    <a16:creationId xmlns:a16="http://schemas.microsoft.com/office/drawing/2014/main" id="{A105B2E7-169A-9F27-B061-43C5ABCB4889}"/>
                  </a:ext>
                </a:extLst>
              </p:cNvPr>
              <p:cNvSpPr txBox="1"/>
              <p:nvPr/>
            </p:nvSpPr>
            <p:spPr>
              <a:xfrm>
                <a:off x="2539641" y="515562"/>
                <a:ext cx="10086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2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Length (km)</a:t>
                </a:r>
                <a:endParaRPr lang="zh-CN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30D26F0E-6DAC-9430-A9F6-3219BE3D5634}"/>
                  </a:ext>
                </a:extLst>
              </p:cNvPr>
              <p:cNvSpPr txBox="1"/>
              <p:nvPr/>
            </p:nvSpPr>
            <p:spPr>
              <a:xfrm>
                <a:off x="2348473" y="576212"/>
                <a:ext cx="251992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05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zh-CN" altLang="en-US" sz="105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A277FDBE-B6C9-2546-AA09-B2CD80FA0741}"/>
                  </a:ext>
                </a:extLst>
              </p:cNvPr>
              <p:cNvSpPr txBox="1"/>
              <p:nvPr/>
            </p:nvSpPr>
            <p:spPr>
              <a:xfrm>
                <a:off x="3433070" y="558766"/>
                <a:ext cx="352982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05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0.7</a:t>
                </a:r>
                <a:endParaRPr lang="zh-CN" altLang="en-US" sz="105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6" name="文本框 165">
                <a:extLst>
                  <a:ext uri="{FF2B5EF4-FFF2-40B4-BE49-F238E27FC236}">
                    <a16:creationId xmlns:a16="http://schemas.microsoft.com/office/drawing/2014/main" id="{913E01A8-4810-139D-E750-C7431B2E4098}"/>
                  </a:ext>
                </a:extLst>
              </p:cNvPr>
              <p:cNvSpPr txBox="1"/>
              <p:nvPr/>
            </p:nvSpPr>
            <p:spPr>
              <a:xfrm>
                <a:off x="2287160" y="1712698"/>
                <a:ext cx="346249" cy="260649"/>
              </a:xfrm>
              <a:prstGeom prst="rect">
                <a:avLst/>
              </a:prstGeom>
              <a:noFill/>
            </p:spPr>
            <p:txBody>
              <a:bodyPr vert="vert270" wrap="none" rtlCol="0">
                <a:spAutoFit/>
              </a:bodyPr>
              <a:lstStyle/>
              <a:p>
                <a:pPr algn="ctr"/>
                <a:r>
                  <a:rPr lang="en-US" altLang="zh-CN" sz="105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0.7</a:t>
                </a:r>
                <a:endParaRPr lang="zh-CN" altLang="en-US" sz="105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36" name="组合 235">
            <a:extLst>
              <a:ext uri="{FF2B5EF4-FFF2-40B4-BE49-F238E27FC236}">
                <a16:creationId xmlns:a16="http://schemas.microsoft.com/office/drawing/2014/main" id="{D1CCB7AD-B751-E045-1B95-45CD65C3BEC2}"/>
              </a:ext>
            </a:extLst>
          </p:cNvPr>
          <p:cNvGrpSpPr/>
          <p:nvPr/>
        </p:nvGrpSpPr>
        <p:grpSpPr>
          <a:xfrm>
            <a:off x="61844" y="8822826"/>
            <a:ext cx="1533676" cy="1845261"/>
            <a:chOff x="2002579" y="4034609"/>
            <a:chExt cx="1533676" cy="1845261"/>
          </a:xfrm>
        </p:grpSpPr>
        <p:sp>
          <p:nvSpPr>
            <p:cNvPr id="154" name="Input_RMS_Label">
              <a:extLst>
                <a:ext uri="{FF2B5EF4-FFF2-40B4-BE49-F238E27FC236}">
                  <a16:creationId xmlns:a16="http://schemas.microsoft.com/office/drawing/2014/main" id="{B482962F-6892-2FB7-942B-AA851DFDB1D0}"/>
                </a:ext>
              </a:extLst>
            </p:cNvPr>
            <p:cNvSpPr txBox="1"/>
            <p:nvPr/>
          </p:nvSpPr>
          <p:spPr>
            <a:xfrm>
              <a:off x="2240123" y="5387427"/>
              <a:ext cx="1203727" cy="492443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1600" b="1" dirty="0">
                  <a:solidFill>
                    <a:srgbClr val="24303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RMS</a:t>
              </a:r>
              <a:r>
                <a:rPr lang="en-US" sz="1600" b="1" dirty="0">
                  <a:solidFill>
                    <a:srgbClr val="24303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Velocity</a:t>
              </a:r>
            </a:p>
            <a:p>
              <a:pPr algn="ctr"/>
              <a:r>
                <a:rPr lang="en-US" sz="1600" b="1" dirty="0">
                  <a:solidFill>
                    <a:srgbClr val="E64B3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smooth trend</a:t>
              </a:r>
              <a:endParaRPr sz="1600" b="1" dirty="0">
                <a:solidFill>
                  <a:srgbClr val="E64B35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89" name="组合 188">
              <a:extLst>
                <a:ext uri="{FF2B5EF4-FFF2-40B4-BE49-F238E27FC236}">
                  <a16:creationId xmlns:a16="http://schemas.microsoft.com/office/drawing/2014/main" id="{CEEA84CD-9930-8A82-9C1E-85AA1F7FBFF7}"/>
                </a:ext>
              </a:extLst>
            </p:cNvPr>
            <p:cNvGrpSpPr/>
            <p:nvPr/>
          </p:nvGrpSpPr>
          <p:grpSpPr>
            <a:xfrm>
              <a:off x="2002579" y="4034609"/>
              <a:ext cx="1533676" cy="1397764"/>
              <a:chOff x="2002579" y="4034609"/>
              <a:chExt cx="1533676" cy="1397764"/>
            </a:xfrm>
          </p:grpSpPr>
          <p:pic>
            <p:nvPicPr>
              <p:cNvPr id="153" name="Input_RMS_Tile" descr="rms_1to1.png">
                <a:extLst>
                  <a:ext uri="{FF2B5EF4-FFF2-40B4-BE49-F238E27FC236}">
                    <a16:creationId xmlns:a16="http://schemas.microsoft.com/office/drawing/2014/main" id="{658486DB-61AA-B8C5-A21D-63A97EB430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281332" y="4271552"/>
                <a:ext cx="1080000" cy="1080000"/>
              </a:xfrm>
              <a:prstGeom prst="rect">
                <a:avLst/>
              </a:prstGeom>
            </p:spPr>
          </p:pic>
          <p:grpSp>
            <p:nvGrpSpPr>
              <p:cNvPr id="180" name="组合 179">
                <a:extLst>
                  <a:ext uri="{FF2B5EF4-FFF2-40B4-BE49-F238E27FC236}">
                    <a16:creationId xmlns:a16="http://schemas.microsoft.com/office/drawing/2014/main" id="{77DEF3B5-15E7-CA5D-2652-93F663F443A6}"/>
                  </a:ext>
                </a:extLst>
              </p:cNvPr>
              <p:cNvGrpSpPr/>
              <p:nvPr/>
            </p:nvGrpSpPr>
            <p:grpSpPr>
              <a:xfrm>
                <a:off x="2002579" y="4034609"/>
                <a:ext cx="1533676" cy="1397764"/>
                <a:chOff x="2252376" y="525088"/>
                <a:chExt cx="1533676" cy="1397764"/>
              </a:xfrm>
            </p:grpSpPr>
            <p:sp>
              <p:nvSpPr>
                <p:cNvPr id="181" name="文本框 180">
                  <a:extLst>
                    <a:ext uri="{FF2B5EF4-FFF2-40B4-BE49-F238E27FC236}">
                      <a16:creationId xmlns:a16="http://schemas.microsoft.com/office/drawing/2014/main" id="{5CF69BBF-C28D-B01A-100D-EFEE4AE7CBAB}"/>
                    </a:ext>
                  </a:extLst>
                </p:cNvPr>
                <p:cNvSpPr txBox="1"/>
                <p:nvPr/>
              </p:nvSpPr>
              <p:spPr>
                <a:xfrm>
                  <a:off x="2252376" y="855502"/>
                  <a:ext cx="369332" cy="817923"/>
                </a:xfrm>
                <a:prstGeom prst="rect">
                  <a:avLst/>
                </a:prstGeom>
                <a:noFill/>
              </p:spPr>
              <p:txBody>
                <a:bodyPr vert="vert270" wrap="square" rtlCol="0">
                  <a:spAutoFit/>
                </a:bodyPr>
                <a:lstStyle/>
                <a:p>
                  <a:pPr algn="ctr"/>
                  <a:r>
                    <a:rPr lang="en-US" altLang="zh-CN" sz="12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Time (s)</a:t>
                  </a:r>
                  <a:endParaRPr lang="zh-CN" altLang="en-US" sz="12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2" name="文本框 181">
                  <a:extLst>
                    <a:ext uri="{FF2B5EF4-FFF2-40B4-BE49-F238E27FC236}">
                      <a16:creationId xmlns:a16="http://schemas.microsoft.com/office/drawing/2014/main" id="{9AE9A15D-20F2-2A1B-55E7-D54A899C93FC}"/>
                    </a:ext>
                  </a:extLst>
                </p:cNvPr>
                <p:cNvSpPr txBox="1"/>
                <p:nvPr/>
              </p:nvSpPr>
              <p:spPr>
                <a:xfrm>
                  <a:off x="2574566" y="525088"/>
                  <a:ext cx="100861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zh-CN" sz="12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Length (km)</a:t>
                  </a:r>
                  <a:endParaRPr lang="zh-CN" altLang="en-US" sz="12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3" name="文本框 182">
                  <a:extLst>
                    <a:ext uri="{FF2B5EF4-FFF2-40B4-BE49-F238E27FC236}">
                      <a16:creationId xmlns:a16="http://schemas.microsoft.com/office/drawing/2014/main" id="{4F1EF7D9-048A-ADF2-5A3D-664A91BE6D05}"/>
                    </a:ext>
                  </a:extLst>
                </p:cNvPr>
                <p:cNvSpPr txBox="1"/>
                <p:nvPr/>
              </p:nvSpPr>
              <p:spPr>
                <a:xfrm>
                  <a:off x="2348473" y="576212"/>
                  <a:ext cx="251992" cy="2539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zh-CN" sz="105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  <a:endParaRPr lang="zh-CN" altLang="en-US" sz="105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4" name="文本框 183">
                  <a:extLst>
                    <a:ext uri="{FF2B5EF4-FFF2-40B4-BE49-F238E27FC236}">
                      <a16:creationId xmlns:a16="http://schemas.microsoft.com/office/drawing/2014/main" id="{5E485B52-8C5F-C10F-36B2-97EDFF33255D}"/>
                    </a:ext>
                  </a:extLst>
                </p:cNvPr>
                <p:cNvSpPr txBox="1"/>
                <p:nvPr/>
              </p:nvSpPr>
              <p:spPr>
                <a:xfrm>
                  <a:off x="3433070" y="558766"/>
                  <a:ext cx="352982" cy="2539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zh-CN" sz="105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0.7</a:t>
                  </a:r>
                  <a:endParaRPr lang="zh-CN" altLang="en-US" sz="105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5" name="文本框 184">
                  <a:extLst>
                    <a:ext uri="{FF2B5EF4-FFF2-40B4-BE49-F238E27FC236}">
                      <a16:creationId xmlns:a16="http://schemas.microsoft.com/office/drawing/2014/main" id="{E6954140-D1E2-EF3A-ED69-0C18E8F65C68}"/>
                    </a:ext>
                  </a:extLst>
                </p:cNvPr>
                <p:cNvSpPr txBox="1"/>
                <p:nvPr/>
              </p:nvSpPr>
              <p:spPr>
                <a:xfrm>
                  <a:off x="2287160" y="1763192"/>
                  <a:ext cx="346249" cy="159660"/>
                </a:xfrm>
                <a:prstGeom prst="rect">
                  <a:avLst/>
                </a:prstGeom>
                <a:noFill/>
              </p:spPr>
              <p:txBody>
                <a:bodyPr vert="vert270" wrap="none" rtlCol="0">
                  <a:spAutoFit/>
                </a:bodyPr>
                <a:lstStyle/>
                <a:p>
                  <a:pPr algn="ctr"/>
                  <a:r>
                    <a:rPr lang="en-US" altLang="zh-CN" sz="105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lang="zh-CN" altLang="en-US" sz="105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170</Words>
  <Application>Microsoft Office PowerPoint</Application>
  <PresentationFormat>自定义</PresentationFormat>
  <Paragraphs>87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Arial</vt:lpstr>
      <vt:lpstr>Calibri</vt:lpstr>
      <vt:lpstr>Cambria Math</vt:lpstr>
      <vt:lpstr>Times New Roman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小娌 甄</cp:lastModifiedBy>
  <cp:revision>26</cp:revision>
  <dcterms:created xsi:type="dcterms:W3CDTF">2013-01-27T09:14:16Z</dcterms:created>
  <dcterms:modified xsi:type="dcterms:W3CDTF">2026-07-18T12:53:21Z</dcterms:modified>
  <cp:category/>
</cp:coreProperties>
</file>